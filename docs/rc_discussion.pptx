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Release Consistency: Basic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</a:rPr>
              <a:t>Three nodes share variables x and y protected by lock 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657600" cy="21031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</a:rPr>
              <a:t>Node A (writer)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acquire(L)
  x = 1
  y = 2
release(L)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57600" cy="21031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</a:rPr>
              <a:t>Node B (reader)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acquire(L)
  read x   // expect 1
  read y   // expect 2
release(L)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657600" cy="210312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</a:rPr>
              <a:t>Node C (uninvolved)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</a:rPr>
              <a:t>// never uses x, y, 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1247120" cy="9144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</a:rPr>
              <a:t>RC guarantee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After B's acquire(L) completes, B must see all writes A made before its release(L): x=1, y=2.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1247120" cy="1737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Key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Ordinary load/store do NOT need to be immediately visible to other nodes
- At release time, writes in the critical section MUST become visible to future acquirers of the same lock
- A perfect fit for lock-protected critical sections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Eager Release Consistency: Writer Pushes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</a:rPr>
              <a:t>Node A (writer)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</a:rPr>
              <a:t>Node B (reader, later)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011680" cy="5029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5C0"/>
                </a:solidFill>
              </a:rPr>
              <a:t>acquire(L)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take the lock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1737360"/>
            <a:ext cx="0" cy="274320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103120"/>
            <a:ext cx="2011680" cy="5029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5C0"/>
                </a:solidFill>
              </a:rPr>
              <a:t>x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48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write local cache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2606039"/>
            <a:ext cx="0" cy="274321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971800"/>
            <a:ext cx="2011680" cy="5029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5C0"/>
                </a:solidFill>
              </a:rPr>
              <a:t>y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write local cache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3474720"/>
            <a:ext cx="0" cy="274319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840480"/>
            <a:ext cx="2011680" cy="5029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5100"/>
                </a:solidFill>
              </a:rPr>
              <a:t>release(L)  begins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1. broadcast x=1, y=2 to all replicas
2. wait for ack
3. finally release the lock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011680"/>
            <a:ext cx="457200" cy="0"/>
          </a:xfrm>
          <a:prstGeom prst="line">
            <a:avLst/>
          </a:prstGeom>
          <a:ln w="38100">
            <a:solidFill>
              <a:srgbClr val="E65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5100"/>
                </a:solidFill>
              </a:rPr>
              <a:t>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234440"/>
            <a:ext cx="2011680" cy="5029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acquire(L)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take lock (local cache already has x=1, y=2)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06640" y="1737360"/>
            <a:ext cx="0" cy="274320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2103120"/>
            <a:ext cx="2011680" cy="5029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read x -&gt;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148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local cache hit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06640" y="2606039"/>
            <a:ext cx="0" cy="274321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2971800"/>
            <a:ext cx="2011680" cy="5029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read y -&gt;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local cache hit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3474720"/>
            <a:ext cx="0" cy="274319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00800" y="3840480"/>
            <a:ext cx="2011680" cy="5029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release(L)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fast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11247120" cy="16459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</a:rPr>
              <a:t>Characteristics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Writer pushes updates to all replicas at release time (including nodes that do not need them)
- Reader can read immediately after acquire, no fetch needed
- Classic implementation: Munin (Rice, 1991)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Lazy Release Consistency: Reader Pulls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</a:rPr>
              <a:t>Node A (writer)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</a:rPr>
              <a:t>Node B (reader, later)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011680" cy="5029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5C0"/>
                </a:solidFill>
              </a:rPr>
              <a:t>acquire(L)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take the lock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1737360"/>
            <a:ext cx="0" cy="274320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103120"/>
            <a:ext cx="2011680" cy="5029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5C0"/>
                </a:solidFill>
              </a:rPr>
              <a:t>x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48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write local cache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2606039"/>
            <a:ext cx="0" cy="274321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971800"/>
            <a:ext cx="2011680" cy="5029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5C0"/>
                </a:solidFill>
              </a:rPr>
              <a:t>y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write local cache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3474720"/>
            <a:ext cx="0" cy="274319"/>
          </a:xfrm>
          <a:prstGeom prst="line">
            <a:avLst/>
          </a:prstGeom>
          <a:ln w="19050">
            <a:solidFill>
              <a:srgbClr val="9E9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840480"/>
            <a:ext cx="2011680" cy="5029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release(L)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1. locally record 'I wrote x, y at epoch=T'
2. release the lock immediately
(no data pushed)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943600" y="2011680"/>
            <a:ext cx="457200" cy="0"/>
          </a:xfrm>
          <a:prstGeom prst="line">
            <a:avLst/>
          </a:prstGeom>
          <a:ln w="381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A1B9A"/>
                </a:solidFill>
              </a:rPr>
              <a:t>pull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234440"/>
            <a:ext cx="2011680" cy="82296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A1B9A"/>
                </a:solidFill>
              </a:rPr>
              <a:t>acquire(L)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280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on acquire, check:
'last sync @ epoch=T0,
A wrote x, y at epoch=T'
-&gt; pull x=1, y=2 from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40280"/>
            <a:ext cx="2011680" cy="5029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read x -&gt;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286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now local cache has it -&gt; hit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26080"/>
            <a:ext cx="2011680" cy="5029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read y -&gt;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7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local cache hit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11880"/>
            <a:ext cx="2011680" cy="50292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5E20"/>
                </a:solidFill>
              </a:rPr>
              <a:t>release(L)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657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20640"/>
            <a:ext cx="11247120" cy="146304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</a:rPr>
              <a:t>Characteristics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Writer's release is nearly free (just records metadata)
- Reader pulls on demand at acquire time (targeted fetch)
- Classic implementation: TreadMarks (Rice, 1994) - 2-5x faster than Eager in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Eager vs Lazy: Why CXL-FUSEE Chooses Lazy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Scenario: 3 nodes A, B, C. A and B share lock L; C never touches x, y, or 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577840" cy="27432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5100"/>
                </a:solidFill>
              </a:rPr>
              <a:t>Eager 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At A's release:
  broadcast x=1 -&gt; Node B
  broadcast x=1 -&gt; Node C  (wasted!)
C receives a useless update
Message count = writers x nodes  (scales with 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577840" cy="27432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5E20"/>
                </a:solidFill>
              </a:rPr>
              <a:t>Lazy 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At A's release:
  record 'I wrote x at epoch=T'
B pulls x=1 when it acquires  (good)
C does nothing  (good)
Message count = actual accessors  (targeted)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43400"/>
            <a:ext cx="11247120" cy="219456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</a:rPr>
              <a:t>Mapping to CXL-FUSEE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CXL is essentially shared memory; other nodes see the latest value by loading CXL
- Writer stores to CXL in Step 5 = publish (visible to anyone who loads CXL)
- Whether to replicate into local DRAM is an optional optimization (local cache)
- Lazy RC fits perfectly: writer does not push, reader pulls from CXL on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Detailed Comparison of the Three Options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08860"/>
                <a:gridCol w="2308860"/>
                <a:gridCol w="2308860"/>
                <a:gridCol w="230886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Current
(Async)</a:t>
                      </a:r>
                    </a:p>
                  </a:txBody>
                  <a:tcPr anchor="ctr" marL="73152" marR="73152" marT="45720" marB="4572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71C1C"/>
                          </a:solidFill>
                        </a:rPr>
                        <a:t>Option A
(Sync Repl)</a:t>
                      </a:r>
                    </a:p>
                  </a:txBody>
                  <a:tcPr anchor="ctr" marL="73152" marR="73152" marT="45720" marB="45720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65100"/>
                          </a:solidFill>
                        </a:rPr>
                        <a:t>Option B
(Eager RC)</a:t>
                      </a:r>
                    </a:p>
                  </a:txBody>
                  <a:tcPr anchor="ctr" marL="73152" marR="73152" marT="45720" marB="45720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5E20"/>
                          </a:solidFill>
                        </a:rPr>
                        <a:t>Option C
(Lazy RC) *</a:t>
                      </a:r>
                    </a:p>
                  </a:txBody>
                  <a:tcPr anchor="ctr" marL="73152" marR="73152" marT="45720" marB="45720">
                    <a:solidFill>
                      <a:srgbClr val="C8E6C9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Writer waits for replicators?</a:t>
                      </a:r>
                    </a:p>
                  </a:txBody>
                  <a:tcPr anchor="ctr" marL="73152" marR="73152" marT="45720" marB="45720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yes (all acks)</a:t>
                      </a:r>
                    </a:p>
                  </a:txBody>
                  <a:tcPr anchor="ctr" marL="73152" marR="73152" marT="45720" marB="45720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no (send + go)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 anchor="ctr" marL="73152" marR="73152" marT="45720" marB="45720">
                    <a:solidFill>
                      <a:srgbClr val="C8E6C9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Commit point meaning</a:t>
                      </a:r>
                    </a:p>
                  </a:txBody>
                  <a:tcPr anchor="ctr" marL="73152" marR="73152" marT="45720" marB="45720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I wrote CXL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all nodes local-updated</a:t>
                      </a:r>
                    </a:p>
                  </a:txBody>
                  <a:tcPr anchor="ctr" marL="73152" marR="73152" marT="45720" marB="45720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I wrote CXL + sent notify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I wrote CXL + bumped epoch</a:t>
                      </a:r>
                    </a:p>
                  </a:txBody>
                  <a:tcPr anchor="ctr" marL="73152" marR="73152" marT="45720" marB="45720">
                    <a:solidFill>
                      <a:srgbClr val="C8E6C9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Write latency (estimate)</a:t>
                      </a:r>
                    </a:p>
                  </a:txBody>
                  <a:tcPr anchor="ctr" marL="73152" marR="73152" marT="45720" marB="45720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~12 us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~20-30 us</a:t>
                      </a:r>
                    </a:p>
                  </a:txBody>
                  <a:tcPr anchor="ctr" marL="73152" marR="73152" marT="45720" marB="45720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~14 us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~13 us</a:t>
                      </a:r>
                    </a:p>
                  </a:txBody>
                  <a:tcPr anchor="ctr" marL="73152" marR="73152" marT="45720" marB="45720">
                    <a:solidFill>
                      <a:srgbClr val="C8E6C9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Write throughput per bucket</a:t>
                      </a:r>
                    </a:p>
                  </a:txBody>
                  <a:tcPr anchor="ctr" marL="73152" marR="73152" marT="45720" marB="45720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~83k/s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~30-60k/s</a:t>
                      </a:r>
                    </a:p>
                  </a:txBody>
                  <a:tcPr anchor="ctr" marL="73152" marR="73152" marT="45720" marB="45720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~70k/s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~77k/s</a:t>
                      </a:r>
                    </a:p>
                  </a:txBody>
                  <a:tcPr anchor="ctr" marL="73152" marR="73152" marT="45720" marB="45720">
                    <a:solidFill>
                      <a:srgbClr val="C8E6C9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Extra metadata</a:t>
                      </a:r>
                    </a:p>
                  </a:txBody>
                  <a:tcPr anchor="ctr" marL="73152" marR="73152" marT="45720" marB="45720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none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ack_bitmap + epoch</a:t>
                      </a:r>
                    </a:p>
                  </a:txBody>
                  <a:tcPr anchor="ctr" marL="73152" marR="73152" marT="45720" marB="45720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per-node invalidation list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write_epoch per bucket</a:t>
                      </a:r>
                    </a:p>
                  </a:txBody>
                  <a:tcPr anchor="ctr" marL="73152" marR="73152" marT="45720" marB="45720"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120640"/>
            <a:ext cx="11247120" cy="13716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</a:rPr>
              <a:t>Choice (preference: latency/throughput &gt; consistency)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Option A excluded: 2-3x write latency, throughput cut in half
- Option C (Lazy RC) is optimal: latency close to current design, clean RC semantics, fast reads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CXL Hardware Failure: What Each Option Preserves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E9E9E"/>
                </a:solidFill>
              </a:rPr>
              <a:t>Scenario: the CXL memory module hardware fails (unmap also fails)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71C1C"/>
                </a:solidFill>
              </a:rPr>
              <a:t>All options lose (state that lived in CXL):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BucketLock table (authoritative hash index)
- Staging Buffer (KV data being replicated)
- OpLog (crash recovery log)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60604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 anchor="ctr" marL="73152" marR="73152" marT="45720" marB="45720">
                    <a:solidFill>
                      <a:srgbClr val="E651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each node's local DRAM retains</a:t>
                      </a:r>
                    </a:p>
                  </a:txBody>
                  <a:tcPr anchor="ctr" marL="73152" marR="73152" marT="45720" marB="45720">
                    <a:solidFill>
                      <a:srgbClr val="E65100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71C1C"/>
                          </a:solidFill>
                        </a:rPr>
                        <a:t>Current (Async)</a:t>
                      </a:r>
                    </a:p>
                  </a:txBody>
                  <a:tcPr anchor="ctr" marL="73152" marR="73152" marT="45720" marB="45720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only partial buckets + KVs the node happened to access (severely incomplete)</a:t>
                      </a:r>
                    </a:p>
                  </a:txBody>
                  <a:tcPr anchor="ctr" marL="73152" marR="73152" marT="45720" marB="45720">
                    <a:solidFill>
                      <a:srgbClr val="F5F5F5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B5E20"/>
                          </a:solidFill>
                        </a:rPr>
                        <a:t>Option A (Sync Repl)</a:t>
                      </a:r>
                    </a:p>
                  </a:txBody>
                  <a:tcPr anchor="ctr" marL="73152" marR="73152" marT="45720" marB="45720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all committed buckets + KVs (complete replica)</a:t>
                      </a:r>
                    </a:p>
                  </a:txBody>
                  <a:tcPr anchor="ctr" marL="73152" marR="73152" marT="45720" marB="45720">
                    <a:solidFill>
                      <a:srgbClr val="F5F5F5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65100"/>
                          </a:solidFill>
                        </a:rPr>
                        <a:t>Option B (Eager RC)</a:t>
                      </a:r>
                    </a:p>
                  </a:txBody>
                  <a:tcPr anchor="ctr" marL="73152" marR="73152" marT="45720" marB="45720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most buckets + KVs (most pushes succeeded)</a:t>
                      </a:r>
                    </a:p>
                  </a:txBody>
                  <a:tcPr anchor="ctr" marL="73152" marR="73152" marT="45720" marB="45720">
                    <a:solidFill>
                      <a:srgbClr val="F5F5F5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71C1C"/>
                          </a:solidFill>
                        </a:rPr>
                        <a:t>Option C (Lazy RC)</a:t>
                      </a:r>
                    </a:p>
                  </a:txBody>
                  <a:tcPr anchor="ctr" marL="73152" marR="73152" marT="45720" marB="45720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</a:rPr>
                        <a:t>only what the node acquired the lock for (least complete)</a:t>
                      </a:r>
                    </a:p>
                  </a:txBody>
                  <a:tcPr anchor="ctr" marL="73152" marR="73152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</a:rPr>
              <a:t>Only Option A allows the system to rebuild complete state from local DRAM alone after CXL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CXL Hardware Failure: The Fundamental Tradeoff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1247120" cy="7315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CXL fault tolerance  &lt;-----------&gt;  Write latency / throughput
Option A highest                              Option C best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577840" cy="274320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5E20"/>
                </a:solidFill>
              </a:rPr>
              <a:t>Choice 1: trust CXL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CXL failure = whole system failure (same as DRAM)
- On restart rely on OpLog + BucketLock
- Pick Option C (Lazy RC)
- Write latency ~13 us
- Write throughput ~77k/s per bucket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577840" cy="2743200"/>
          </a:xfrm>
          <a:prstGeom prst="roundRect">
            <a:avLst/>
          </a:prstGeom>
          <a:solidFill>
            <a:srgbClr val="FFCDD2"/>
          </a:solidFill>
          <a:ln w="317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71C1C"/>
                </a:solidFill>
              </a:rPr>
              <a:t>Choice 2: treat CXL as unreliable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Local DRAM must hold complete replica
- Pick Option A (Sync Repl)
- Write latency ~20-30 us
- Write throughput ~30-60k/s per bucket
- System continues even if CXL is lost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00600"/>
            <a:ext cx="11247120" cy="17373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</a:rPr>
              <a:t>Recommendation: Choice 1 (Option C / Lazy RC)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Reason 1: CXL is essentially a DRAM extension; reliability is on par; writing CXL is like writing memory
- Reason 2: Choice 2's cost (2x latency, half throughput) is hard to justify in a paper
- Reason 3: Real CXL fault tolerance requires cross-module redundancy, not software-layer emulation
- Reason 4: the original FUSEE paper also does not handle 'all memory nodes dead simultaneously'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