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33333"/>
                </a:solidFill>
              </a:rPr>
              <a:t>CXL-FUSEE A/B/C Protocol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E9E9E"/>
                </a:solidFill>
              </a:rPr>
              <a:t>Real Hardware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E9E9E"/>
                </a:solidFill>
              </a:rPr>
              <a:t>Intel Xeon 6787P + XConn XC50256 CXL switch + CXL Type 3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9E9E"/>
                </a:solidFill>
              </a:rPr>
              <a:t>2026-04-19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- 2 machines: g3, g4 (Intel Xeon 6787P, 800 GB DRAM)
- CXL switch: XConn Technologies XC50256
- CXL memory: 512 GiB, target_node=1
- Devdax devices: /dev/dax0.0 (256 GB), /dev/dax0.1 (128 GB), /dev/dax0.2 (128 GB)
- g3 dax0.0 and g4 dax0.0 map to the same physical address 0x4080000000
  -&gt; hardware supports cross-node shared memory via CXL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- cxl_shm_profiling library (LFM mutex on non-coherent CXL)
- Custom bench: ycsb_abc_bench.c (~700 lines, 3 protocols compile-time switched)
- Single-host multi-process setup (4 processes simulate 4 nodes)
- Cross-node ultimately blocked: g4 dax0.0 needed reboot to recover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Baseline: CXL vs DRAM Latency (g3)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1887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DRAM (tmpfs)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CXL (/dev/dax0.0)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CXL / DRAM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plain store (cached)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4.3 ns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7.2 ns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1.7x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plain load (cached)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4.2 ns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8.1 ns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1.9x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CACHELINE_STORE +flush+sfence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255.7 ns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1558.7 ns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6.1x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CACHELINE_LOAD +flush+mfence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322.5 ns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700.0 ns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2.2x</a:t>
                      </a:r>
                    </a:p>
                  </a:txBody>
                  <a:tcPr anchor="ctr"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Key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CXL flush to memory is 6x slower than flush to DRAM (which goes to pagecache).
This makes every cross-node visibility primitive roughly 2-6x more expensive.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Main Results: YCSB A (50% write) &amp; YCSB C (100% read)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0972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Option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Workload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Throughput (ops/s)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Avg Latency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</a:rPr>
                        <a:t>A</a:t>
                      </a:r>
                    </a:p>
                  </a:txBody>
                  <a:tcPr anchor="ctr" marL="73152" marR="73152" marT="36576" marB="36576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A (50% write)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20,493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w=774 us / r=0.4 us</a:t>
                      </a:r>
                    </a:p>
                  </a:txBody>
                  <a:tcPr anchor="ctr" marL="73152" marR="73152" marT="36576" marB="36576"/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</a:rPr>
                        <a:t>A</a:t>
                      </a:r>
                    </a:p>
                  </a:txBody>
                  <a:tcPr anchor="ctr" marL="73152" marR="73152" marT="36576" marB="36576">
                    <a:solidFill>
                      <a:srgbClr val="FFCD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C (100% read)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77.1M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r=0.08 us</a:t>
                      </a:r>
                    </a:p>
                  </a:txBody>
                  <a:tcPr anchor="ctr" marL="73152" marR="73152" marT="36576" marB="36576"/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5100"/>
                          </a:solidFill>
                        </a:rPr>
                        <a:t>B</a:t>
                      </a:r>
                    </a:p>
                  </a:txBody>
                  <a:tcPr anchor="ctr" marL="73152" marR="73152" marT="36576" marB="36576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A (50% write)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1.00M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w=14.2 us / r=1.2 us</a:t>
                      </a:r>
                    </a:p>
                  </a:txBody>
                  <a:tcPr anchor="ctr" marL="73152" marR="73152" marT="36576" marB="36576"/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5100"/>
                          </a:solidFill>
                        </a:rPr>
                        <a:t>B</a:t>
                      </a:r>
                    </a:p>
                  </a:txBody>
                  <a:tcPr anchor="ctr" marL="73152" marR="73152" marT="36576" marB="36576">
                    <a:solidFill>
                      <a:srgbClr val="FFE0B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C (100% read)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13.77M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r=0.35 us</a:t>
                      </a:r>
                    </a:p>
                  </a:txBody>
                  <a:tcPr anchor="ctr" marL="73152" marR="73152" marT="36576" marB="36576"/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C</a:t>
                      </a:r>
                    </a:p>
                  </a:txBody>
                  <a:tcPr anchor="ctr" marL="73152" marR="73152" marT="36576" marB="36576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A (50% write)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1.06M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w=10.3 us / r=4.2 us  *</a:t>
                      </a:r>
                    </a:p>
                  </a:txBody>
                  <a:tcPr anchor="ctr" marL="73152" marR="73152" marT="36576" marB="36576"/>
                </a:tc>
              </a:tr>
              <a:tr h="470268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C</a:t>
                      </a:r>
                    </a:p>
                  </a:txBody>
                  <a:tcPr anchor="ctr" marL="73152" marR="73152" marT="36576" marB="36576">
                    <a:solidFill>
                      <a:srgbClr val="C8E6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C (100% read)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</a:rPr>
                        <a:t>1.95M  *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r=3.78 us  *</a:t>
                      </a:r>
                    </a:p>
                  </a:txBody>
                  <a:tcPr anchor="ctr" marL="73152" marR="73152" marT="36576" marB="36576"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* = Lazy RC strict-read overhead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5780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Key ratios:
  - Write throughput C/A = 51.5x  (C is 51x better than A on writes)
  - Write latency A/C = 75x      (A is 75x slower than C on writes)
  - C's strict-read cost: ~3.7 us per read (flushes bucket+KV from CXL)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Write Ratio Sensitivity</a:t>
            </a:r>
          </a:p>
        </p:txBody>
      </p:sp>
      <p:pic>
        <p:nvPicPr>
          <p:cNvPr id="3" name="Picture 2" descr="wr_scan_cxl_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2296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18872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Takeaways:
1. C is most stable
   across all write ratios
2. A is great at wr=0
   (40M ops/s) but
   collapses at wr=0.1
3. B &gt; C at wr &lt;= 0.25
   due to read cost
4. C &gt; B at wr &gt;= 0.5
   (write-heavy)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Thread Scaling</a:t>
            </a:r>
          </a:p>
        </p:txBody>
      </p:sp>
      <p:pic>
        <p:nvPicPr>
          <p:cNvPr id="3" name="Picture 2" descr="thread_scan_cxl_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2296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1887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Setup:
- 2 nodes (procs)
- YCSB A (wr=0.5)
- Threads per node:
  1, 2, 4, 8
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1. All three protocols scale near-linearly with thread count (7x from 1-&gt;8 threads)
2. Write latency essentially constant w.r.t. thread count (lock contention low per-bucket)
3. B maintains ~20% lead over C at high thread count, due to C's strict-read cost
   (YCSB A has 50% reads; C pays 2 us extra per read)
4. A's throughput stays 100-250x lower than B/C at every thread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Decision Matrix: Which Option to Use?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8872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Workload / Requirement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Recommended</a:t>
                      </a:r>
                    </a:p>
                  </a:txBody>
                  <a:tcPr anchor="ctr" marL="73152" marR="73152" marT="36576" marB="36576">
                    <a:solidFill>
                      <a:srgbClr val="33333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Read-heavy, low latency reads matter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65100"/>
                          </a:solidFill>
                        </a:rPr>
                        <a:t>Option B</a:t>
                      </a:r>
                    </a:p>
                  </a:txBody>
                  <a:tcPr anchor="ctr" marL="73152" marR="73152" marT="36576" marB="36576">
                    <a:solidFill>
                      <a:srgbClr val="FFE0B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Write-heavy or balanced mixed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Option C (Lazy RC)</a:t>
                      </a:r>
                    </a:p>
                  </a:txBody>
                  <a:tcPr anchor="ctr" marL="73152" marR="73152" marT="36576" marB="36576">
                    <a:solidFill>
                      <a:srgbClr val="C8E6C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Eventual-consistency reads acceptable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Option C (fast path only)</a:t>
                      </a:r>
                    </a:p>
                  </a:txBody>
                  <a:tcPr anchor="ctr" marL="73152" marR="73152" marT="36576" marB="36576">
                    <a:solidFill>
                      <a:srgbClr val="C8E6C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Need CXL hardware fault tolerance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62828"/>
                          </a:solidFill>
                        </a:rPr>
                        <a:t>Option A (heavy cost)</a:t>
                      </a:r>
                    </a:p>
                  </a:txBody>
                  <a:tcPr anchor="ctr" marL="73152" marR="73152" marT="36576" marB="36576">
                    <a:solidFill>
                      <a:srgbClr val="FFCDD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</a:rPr>
                        <a:t>Default / production</a:t>
                      </a:r>
                    </a:p>
                  </a:txBody>
                  <a:tcPr anchor="ctr" marL="73152" marR="73152" marT="36576" marB="36576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Option C (Lazy RC)</a:t>
                      </a:r>
                    </a:p>
                  </a:txBody>
                  <a:tcPr anchor="ctr" marL="73152" marR="73152" marT="36576" marB="36576"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303520"/>
            <a:ext cx="11247120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</a:rPr>
              <a:t>Overall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Option C (Lazy Release Consistency) is the default production recommendation.
Provides the best write performance with clean RC semantics; read cost ~3.8 us is acceptable.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33333"/>
                </a:solidFill>
              </a:rPr>
              <a:t>Open Items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</a:rPr>
              <a:t>Not Completed This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1. Cross-node test on real CXL:
   - g4's /dev/dax0.0 in broken state after mid-session reconfigure
   - Requires reboot + ~/cxl_net/g4-setup.sh to recover
   - g3 SSH blocked by pam_time during test window (will lift)
   - Hardware supports sharing (both map PA 0x4080000000); once g4 recovers, trivial to run
2. Full FUSEE source-tree integration (replace RDMA paths with CXL):
   - Estimated 2-3 weeks of engineering work
   - Detailed steps in cxl_implementation_guide.md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</a:rPr>
              <a:t>Immediate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1. Reboot g4, run setup:
     ssh g4 reboot
     # after reboot:
     cd ~/cxl_net &amp;&amp; ./g4-setup.sh
2. Cross-node test command pair:
     # g3: ./bench/ycsb_abc_bench --opt=C --workload=A --nodes=2 --node-id=0 --path=/dev/dax0.0
     # g4: ./bench/ycsb_abc_bench --opt=C --workload=A --nodes=2 --node-id=1 --path=/dev/dax0.0
3. Start FUSEE integration Phase 1 (cxl_mm, cxl_bucket_lock)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