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11"/>
    <p:sldId id="283" r:id="rId10"/>
    <p:sldId id="284" r:id="rId9"/>
    <p:sldId id="285" r:id="rId8"/>
    <p:sldId id="286" r:id="rId7"/>
    <p:sldId id="287" r:id="rId6"/>
    <p:sldId id="288" r:id="rId5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2184"/>
    <a:srgbClr val="00599B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0240"/>
    <p:restoredTop sz="96327"/>
  </p:normalViewPr>
  <p:slideViewPr>
    <p:cSldViewPr snapToGrid="0" snapToObjects="1">
      <p:cViewPr varScale="1">
        <p:scale>
          <a:sx n="155" d="100"/>
          <a:sy n="155" d="100"/>
        </p:scale>
        <p:origin x="200" y="336"/>
      </p:cViewPr>
      <p:guideLst/>
    </p:cSldViewPr>
  </p:slideViewPr>
  <p:outlineViewPr>
    <p:cViewPr>
      <p:scale>
        <a:sx n="33" d="100"/>
        <a:sy n="33" d="100"/>
      </p:scale>
      <p:origin x="0" y="-18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3.xml"/><Relationship Id="rId6" Type="http://schemas.openxmlformats.org/officeDocument/2006/relationships/slide" Target="slides/slide32.xml"/><Relationship Id="rId7" Type="http://schemas.openxmlformats.org/officeDocument/2006/relationships/slide" Target="slides/slide31.xml"/><Relationship Id="rId8" Type="http://schemas.openxmlformats.org/officeDocument/2006/relationships/slide" Target="slides/slide30.xml"/><Relationship Id="rId9" Type="http://schemas.openxmlformats.org/officeDocument/2006/relationships/slide" Target="slides/slide29.xml"/><Relationship Id="rId10" Type="http://schemas.openxmlformats.org/officeDocument/2006/relationships/slide" Target="slides/slide28.xml"/><Relationship Id="rId11" Type="http://schemas.openxmlformats.org/officeDocument/2006/relationships/slide" Target="slides/slide27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8/10/relationships/authors" Target="authors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FE638-083F-2742-8710-EF25AB6A16C1}" type="datetimeFigureOut">
              <a:rPr lang="en-US" smtClean="0"/>
              <a:t>11/8/22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A097-495F-854B-A9AD-402D045A3296}" type="datetimeFigureOut">
              <a:rPr lang="en-US" smtClean="0"/>
              <a:t>11/8/22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I'll present Tigon, an OSDI 2025 paper out of UT Austin and</a:t>
            </a:r>
          </a:p>
          <a:p>
            <a:r>
              <a:t>UIUC. The headline: it's the first distributed in-memory database that</a:t>
            </a:r>
          </a:p>
          <a:p>
            <a:r>
              <a:t>synchronizes cross-host accesses through CXL memory instead of through</a:t>
            </a:r>
          </a:p>
          <a:p>
            <a:r>
              <a:t>the network.</a:t>
            </a:r>
          </a:p>
          <a:p/>
          <a:p>
            <a:r>
              <a:t>Plan: about 60 minutes. I'll motivate the problem, walk through why</a:t>
            </a:r>
          </a:p>
          <a:p>
            <a:r>
              <a:t>existing solutions don't cut it, then dig into the design, and end with</a:t>
            </a:r>
          </a:p>
          <a:p>
            <a:r>
              <a:t>evaluation and discussion. Please interrupt with questions at any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 transactional databases. People have worked on these</a:t>
            </a:r>
          </a:p>
          <a:p>
            <a:r>
              <a:t>since at least System R* in the 80s. The architecture almost everyone</a:t>
            </a:r>
          </a:p>
          <a:p>
            <a:r>
              <a:t>uses is shared-nothing: partition the data, each host owns a shard,</a:t>
            </a:r>
          </a:p>
          <a:p>
            <a:r>
              <a:t>route operations to the shard owner. Single-partition transactions</a:t>
            </a:r>
          </a:p>
          <a:p>
            <a:r>
              <a:t>stay local and are fast.</a:t>
            </a:r>
          </a:p>
          <a:p/>
          <a:p>
            <a:r>
              <a:t>The problem is multi-partition transactions. A multi-partition txn</a:t>
            </a:r>
          </a:p>
          <a:p>
            <a:r>
              <a:t>needs data from two or more hosts. That means RPC round-trips during</a:t>
            </a:r>
          </a:p>
          <a:p>
            <a:r>
              <a:t>execution, and then a two-phase commit at the end to guarantee</a:t>
            </a:r>
          </a:p>
          <a:p>
            <a:r>
              <a:t>atomicity. A network RTT is in the microseconds; local DRAM access is</a:t>
            </a:r>
          </a:p>
          <a:p>
            <a:r>
              <a:t>in the hundreds of nanoseconds — a factor of 100-1000.</a:t>
            </a:r>
          </a:p>
          <a:p/>
          <a:p>
            <a:r>
              <a:t>The consequence: performance is fine until you have too many</a:t>
            </a:r>
          </a:p>
          <a:p>
            <a:r>
              <a:t>multi-partition txns, and then it collapses. TPC-C by default has</a:t>
            </a:r>
          </a:p>
          <a:p>
            <a:r>
              <a:t>10-15% multi-partition — real workloads have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CXL is not local DRAM. Memory latency measurements from Sun</a:t>
            </a:r>
          </a:p>
          <a:p>
            <a:r>
              <a:t>et al., the study the paper cites: CXL access is 214 to 394 nanoseconds,</a:t>
            </a:r>
          </a:p>
          <a:p>
            <a:r>
              <a:t>depending on the device and pattern. Local DRAM is 111 to 117. So</a:t>
            </a:r>
          </a:p>
          <a:p>
            <a:r>
              <a:t>1.5-3x latency penalty.</a:t>
            </a:r>
          </a:p>
          <a:p/>
          <a:p>
            <a:r>
              <a:t>Bandwidth is the scarier number. Local DRAM on a modern server gives</a:t>
            </a:r>
          </a:p>
          <a:p>
            <a:r>
              <a:t>you 200+ GB/s. CXL gives you 18-52 GB/s read-only, sometimes lower</a:t>
            </a:r>
          </a:p>
          <a:p>
            <a:r>
              <a:t>depending on access pattern. That's roughly 10-20% of local DRAM</a:t>
            </a:r>
          </a:p>
          <a:p>
            <a:r>
              <a:t>bandwidth.</a:t>
            </a:r>
          </a:p>
          <a:p/>
          <a:p>
            <a:r>
              <a:t>Three design implications, which will recur throughout Tigon's design:</a:t>
            </a:r>
          </a:p>
          <a:p>
            <a:r>
              <a:t>- You cannot put all your data on CXL; the hot path must hit local DRAM.</a:t>
            </a:r>
          </a:p>
          <a:p>
            <a:r>
              <a:t>- You should copy data into CXL sparingly, not eagerly.</a:t>
            </a:r>
          </a:p>
          <a:p>
            <a:r>
              <a:t>- You should minimize bandwidth-heavy operations like non-temporal</a:t>
            </a:r>
          </a:p>
          <a:p>
            <a:r>
              <a:t>  stores and uncached 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high-level architecture. Each host owns a data</a:t>
            </a:r>
          </a:p>
          <a:p>
            <a:r>
              <a:t>partition, which lives in its local DRAM. Normal DRAM, hardware</a:t>
            </a:r>
          </a:p>
          <a:p>
            <a:r>
              <a:t>cache-coherent within the host, fast.</a:t>
            </a:r>
          </a:p>
          <a:p/>
          <a:p>
            <a:r>
              <a:t>Shared CXL memory is split into two regions. A small HWcc region at</a:t>
            </a:r>
          </a:p>
          <a:p>
            <a:r>
              <a:t>top — this is where latches, the CXL index, and the HWcc record for</a:t>
            </a:r>
          </a:p>
          <a:p>
            <a:r>
              <a:t>each CAT tuple live. A larger SWcc region at bottom — this holds</a:t>
            </a:r>
          </a:p>
          <a:p>
            <a:r>
              <a:t>tuple bodies and larger metadata that we manage coherence for in</a:t>
            </a:r>
          </a:p>
          <a:p>
            <a:r>
              <a:t>software.</a:t>
            </a:r>
          </a:p>
          <a:p/>
          <a:p>
            <a:r>
              <a:t>When a host needs a tuple it doesn't own, Tigon moves that tuple</a:t>
            </a:r>
          </a:p>
          <a:p>
            <a:r>
              <a:t>into CXL memory — from then on it's part of the CAT, accessible by</a:t>
            </a:r>
          </a:p>
          <a:p>
            <a:r>
              <a:t>all hosts. If the HWcc budget gets tight, tuples get evicted back</a:t>
            </a:r>
          </a:p>
          <a:p>
            <a:r>
              <a:t>to their owner's local DRAM.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end-to-end example — Figure 2. Two hosts, transaction 1 on</a:t>
            </a:r>
          </a:p>
          <a:p>
            <a:r>
              <a:t>Host 1 wants to read A (local) and write C (owned by Host 2).</a:t>
            </a:r>
          </a:p>
          <a:p/>
          <a:p>
            <a:r>
              <a:t>Step 1: T1 reads A locally, takes read lock.</a:t>
            </a:r>
          </a:p>
          <a:p>
            <a:r>
              <a:t>Step 2: T1 needs C. It sends a message to Host 2 asking it to move C</a:t>
            </a:r>
          </a:p>
          <a:p>
            <a:r>
              <a:t>        into CXL memory.</a:t>
            </a:r>
          </a:p>
          <a:p>
            <a:r>
              <a:t>Step 3: Host 2 copies C into the SWcc region and creates an HWcc</a:t>
            </a:r>
          </a:p>
          <a:p>
            <a:r>
              <a:t>        record for it.</a:t>
            </a:r>
          </a:p>
          <a:p>
            <a:r>
              <a:t>Step 4: T1 grabs the write lock on C's HWcc record via an atomic CAS,</a:t>
            </a:r>
          </a:p>
          <a:p>
            <a:r>
              <a:t>        updates C to C=9.</a:t>
            </a:r>
          </a:p>
          <a:p>
            <a:r>
              <a:t>Step 5: Meanwhile, T2 on Host 2 also wants C. It looks up C via the</a:t>
            </a:r>
          </a:p>
          <a:p>
            <a:r>
              <a:t>        CXL index, sees the lock held, aborts under NO_WAIT.</a:t>
            </a:r>
          </a:p>
          <a:p/>
          <a:p>
            <a:r>
              <a:t>At the end, T1 commits locally — no 2PC. It wrote all tuple changes</a:t>
            </a:r>
          </a:p>
          <a:p>
            <a:r>
              <a:t>to its local log. The CAT here is literally one tuple, C.</a:t>
            </a:r>
          </a:p>
          <a:p/>
          <a:p>
            <a:r>
              <a:t>This is the key trick: all coordination on C happens through the</a:t>
            </a:r>
          </a:p>
          <a:p>
            <a:r>
              <a:t>HWcc latch, not through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result. TPC-C throughput. X-axis: percent of</a:t>
            </a:r>
          </a:p>
          <a:p>
            <a:r>
              <a:t>multi-partition transactions, from 0/0 to 60/90. 0/0 means standard</a:t>
            </a:r>
          </a:p>
          <a:p>
            <a:r>
              <a:t>TPC-C with 0% remote NewOrder and Payment; 60/90 is the most</a:t>
            </a:r>
          </a:p>
          <a:p>
            <a:r>
              <a:t>cross-host-heavy configuration.</a:t>
            </a:r>
          </a:p>
          <a:p/>
          <a:p>
            <a:r>
              <a:t>At 0/0: Sundial+ beats Tigon by 37%. This is because Sundial uses OCC</a:t>
            </a:r>
          </a:p>
          <a:p>
            <a:r>
              <a:t>for reads (faster for read-heavy) and doesn't do phantom avoidance.</a:t>
            </a:r>
          </a:p>
          <a:p>
            <a:r>
              <a:t>Expected, fair loss for Tigon.</a:t>
            </a:r>
          </a:p>
          <a:p/>
          <a:p>
            <a:r>
              <a:t>At 60/90: Tigon is 75% faster than Sundial+ and 2.5x faster than</a:t>
            </a:r>
          </a:p>
          <a:p>
            <a:r>
              <a:t>DS2PL+. Sundial+ and DS2PL+ throughput drops sharply as</a:t>
            </a:r>
          </a:p>
          <a:p>
            <a:r>
              <a:t>multi-partition ratio grows — the message and 2PC tax.</a:t>
            </a:r>
          </a:p>
          <a:p/>
          <a:p>
            <a:r>
              <a:t>Motor: 15.9 to 18.5x slower than Tigon across the board, because</a:t>
            </a:r>
          </a:p>
          <a:p>
            <a:r>
              <a:t>one-sided RDMA latency is the bottleneck on the testbed.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Scalability. 1, 2, 4, 6, 8 hosts. Workload: TPC-C 60/90 and</a:t>
            </a:r>
          </a:p>
          <a:p>
            <a:r>
              <a:t>YCSB 95R/5W with 100% multi-partition.</a:t>
            </a:r>
          </a:p>
          <a:p/>
          <a:p>
            <a:r>
              <a:t>Tigon: 5.7x on TPC-C, 3.5x on YCSB going from 1 to 8 hosts. Sundial+</a:t>
            </a:r>
          </a:p>
          <a:p>
            <a:r>
              <a:t>and DS2PL+: 2.4x and 2.1x on TPC-C. The slopes: Tigon 55K txn/s per</a:t>
            </a:r>
          </a:p>
          <a:p>
            <a:r>
              <a:t>host, Sundial+ 30K, DS2PL+ 22K.</a:t>
            </a:r>
          </a:p>
          <a:p/>
          <a:p>
            <a:r>
              <a:t>Limits: the paper can't tell you the scalability ceiling — they're</a:t>
            </a:r>
          </a:p>
          <a:p>
            <a:r>
              <a:t>emulating on one machine. Plausible bottlenecks: atomic-op</a:t>
            </a:r>
          </a:p>
          <a:p>
            <a:r>
              <a:t>scalability over CXL, HW coherence bandwidth, fixed HWcc region size.</a:t>
            </a:r>
          </a:p>
          <a:p>
            <a:r>
              <a:t>Open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Sensitivity to HWcc memory budget. Vary from 200 MB down to</a:t>
            </a:r>
          </a:p>
          <a:p>
            <a:r>
              <a:t>10 MB.</a:t>
            </a:r>
          </a:p>
          <a:p/>
          <a:p>
            <a:r>
              <a:t>Key result: even 50 MB of HWcc memory is essentially enough for TPC-C</a:t>
            </a:r>
          </a:p>
          <a:p>
            <a:r>
              <a:t>— only 5.8% slower than the default 200 MB. That's a very frugal</a:t>
            </a:r>
          </a:p>
          <a:p>
            <a:r>
              <a:t>design.</a:t>
            </a:r>
          </a:p>
          <a:p/>
          <a:p>
            <a:r>
              <a:t>At 10 MB, you see real thrashing — Tigon moves 16K TPC-C tuples or</a:t>
            </a:r>
          </a:p>
          <a:p>
            <a:r>
              <a:t>110K YCSB tuples per second between local DRAM and CXL. But that only</a:t>
            </a:r>
          </a:p>
          <a:p>
            <a:r>
              <a:t>consumes 1.1% / 9.1% of CXL bandwidth — the cost is latency, not</a:t>
            </a:r>
          </a:p>
          <a:p>
            <a:r>
              <a:t>bandwidth. This is why minimizing HWcc footprint mattered in the</a:t>
            </a:r>
          </a:p>
          <a:p>
            <a:r>
              <a:t>design — so we can survive in tiny HWcc regions.</a:t>
            </a:r>
          </a:p>
          <a:p/>
          <a:p>
            <a:r>
              <a:t>The implication: even quite small real CXL HWcc regions should be</a:t>
            </a:r>
          </a:p>
          <a:p>
            <a:r>
              <a:t>workable.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Software cache coherence ablation. Four configurations:</a:t>
            </a:r>
          </a:p>
          <a:p>
            <a:r>
              <a:t>NoSWcc (HWcc-only — everything must fit in HWcc), NonTemporal (no</a:t>
            </a:r>
          </a:p>
          <a:p>
            <a:r>
              <a:t>caching; every SWcc read is non-temporal), NoSharedReader (only one</a:t>
            </a:r>
          </a:p>
          <a:p>
            <a:r>
              <a:t>host at a time can read-cache any given SWcc row), and full Tigon.</a:t>
            </a:r>
          </a:p>
          <a:p/>
          <a:p>
            <a:r>
              <a:t>TPC-C: NoSWcc is 19% slower at 60/90 (thrashing due to small HWcc</a:t>
            </a:r>
          </a:p>
          <a:p>
            <a:r>
              <a:t>region). NonTemporal is only 4.5-5.1% slower — because tuples get</a:t>
            </a:r>
          </a:p>
          <a:p>
            <a:r>
              <a:t>cached in local DRAM already, so the cacheable-read win on CXL is</a:t>
            </a:r>
          </a:p>
          <a:p>
            <a:r>
              <a:t>small.</a:t>
            </a:r>
          </a:p>
          <a:p/>
          <a:p>
            <a:r>
              <a:t>YCSB has more cross-host sharing, so the gaps widen. NoSWcc is 4.3x</a:t>
            </a:r>
          </a:p>
          <a:p>
            <a:r>
              <a:t>slower at 100% multi-partition. NonTemporal is 11-20% slower.</a:t>
            </a:r>
          </a:p>
          <a:p>
            <a:r>
              <a:t>NoSharedReader is 15% slower — it forces SWcc-bitmap flips and</a:t>
            </a:r>
          </a:p>
          <a:p>
            <a:r>
              <a:t>cacheline flushes that Tigon avoids.</a:t>
            </a:r>
          </a:p>
          <a:p/>
          <a:p>
            <a:r>
              <a:t>Takeaway: SWcc is essential for read-heavy workloads with cross-host</a:t>
            </a:r>
          </a:p>
          <a:p>
            <a:r>
              <a:t>sharing. Just using HWcc memory is not enough once the CAT is 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Logging latency tradeoff. Epoch duration vs throughput and</a:t>
            </a:r>
          </a:p>
          <a:p>
            <a:r>
              <a:t>tail latency.</a:t>
            </a:r>
          </a:p>
          <a:p/>
          <a:p>
            <a:r>
              <a:t>Tiny epoch (1 ms): throughput drops ~5%, but p99 explodes — 345 ms —</a:t>
            </a:r>
          </a:p>
          <a:p>
            <a:r>
              <a:t>because you're doing many small writes and SSD queue grows under</a:t>
            </a:r>
          </a:p>
          <a:p>
            <a:r>
              <a:t>contention.</a:t>
            </a:r>
          </a:p>
          <a:p/>
          <a:p>
            <a:r>
              <a:t>10 ms epoch: 2.8% slower than 50 ms but 48% lower p50 latency (17.7</a:t>
            </a:r>
          </a:p>
          <a:p>
            <a:r>
              <a:t>ms). Good tradeoff. That's what Tigon uses by default.</a:t>
            </a:r>
          </a:p>
          <a:p/>
          <a:p>
            <a:r>
              <a:t>Without logging, Tigon is only ~6% faster than with 10 ms logging —</a:t>
            </a:r>
          </a:p>
          <a:p>
            <a:r>
              <a:t>so logging is cheap.</a:t>
            </a:r>
          </a:p>
          <a:p/>
          <a:p>
            <a:r>
              <a:t>Motor uses 3-way in-memory replication for durability, no group</a:t>
            </a:r>
          </a:p>
          <a:p>
            <a:r>
              <a:t>commit. Their p50 is in hundreds of microseconds, but throughput is</a:t>
            </a:r>
          </a:p>
          <a:p>
            <a:r>
              <a:t>10x lower. Tigon trades a few ms of tail latency for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roadmap. I'll spend ~10 minutes on background because the</a:t>
            </a:r>
          </a:p>
          <a:p>
            <a:r>
              <a:t>problem only makes sense if you understand CXL and CXL pods, which are</a:t>
            </a:r>
          </a:p>
          <a:p>
            <a:r>
              <a:t>fairly new. Then ~5 minutes stating the research problem, ~8 minutes on</a:t>
            </a:r>
          </a:p>
          <a:p>
            <a:r>
              <a:t>existing solutions and why each is insufficient, ~20 minutes on the</a:t>
            </a:r>
          </a:p>
          <a:p>
            <a:r>
              <a:t>design (the meat of the paper), ~15 minutes on evaluation, and close</a:t>
            </a:r>
          </a:p>
          <a:p>
            <a:r>
              <a:t>with discussion.</a:t>
            </a:r>
          </a:p>
          <a:p/>
          <a:p>
            <a:r>
              <a:t>If you're familiar with CXL, feel free to nudge me to go faster through</a:t>
            </a:r>
          </a:p>
          <a:p>
            <a:r>
              <a:t>the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start with background. Three things I need on the table:</a:t>
            </a:r>
          </a:p>
          <a:p>
            <a:r>
              <a:t>what makes distributed transactional databases hard, why RDMA-based</a:t>
            </a:r>
          </a:p>
          <a:p>
            <a:r>
              <a:t>approaches still leave performance on the table, and what CXL and a</a:t>
            </a:r>
          </a:p>
          <a:p>
            <a:r>
              <a:t>CXL pod actually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RDMA was the natural next step. Bypass the kernel, bypass the</a:t>
            </a:r>
          </a:p>
          <a:p>
            <a:r>
              <a:t>TCP stack, directly read remote memory. Two styles of systems:</a:t>
            </a:r>
          </a:p>
          <a:p/>
          <a:p>
            <a:r>
              <a:t>One, keep partitioned shared-nothing, use RDMA to speed up the</a:t>
            </a:r>
          </a:p>
          <a:p>
            <a:r>
              <a:t>messages and 2PC. FaRM, FaSST, DrTM are in this family.</a:t>
            </a:r>
          </a:p>
          <a:p/>
          <a:p>
            <a:r>
              <a:t>Two, go all the way — disaggregate memory. The compute nodes have no</a:t>
            </a:r>
          </a:p>
          <a:p>
            <a:r>
              <a:t>local data; everything is on the remote memory server accessed via</a:t>
            </a:r>
          </a:p>
          <a:p>
            <a:r>
              <a:t>one-sided RDMA. FORD, Motor, XSTORE, Taurus. This avoids the</a:t>
            </a:r>
          </a:p>
          <a:p>
            <a:r>
              <a:t>multi-partition problem by not partitioning.</a:t>
            </a:r>
          </a:p>
          <a:p/>
          <a:p>
            <a:r>
              <a:t>Both still hit a ceiling. One-sided RDMA is fast by network standards</a:t>
            </a:r>
          </a:p>
          <a:p>
            <a:r>
              <a:t>but one to two orders of magnitude slower than local DRAM. Every tuple</a:t>
            </a:r>
          </a:p>
          <a:p>
            <a:r>
              <a:t>read could be a microsecond. Motor, the paper's baseline, tops out at</a:t>
            </a:r>
          </a:p>
          <a:p>
            <a:r>
              <a:t>~100K TPC-C txn/s.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CXL. Compute Express Link is an open standard on top of</a:t>
            </a:r>
          </a:p>
          <a:p>
            <a:r>
              <a:t>PCIe 5/6. The key protocol for us is CXL.mem, which lets the CPU access</a:t>
            </a:r>
          </a:p>
          <a:p>
            <a:r>
              <a:t>memory on a PCIe device using regular load/store instructions — no</a:t>
            </a:r>
          </a:p>
          <a:p>
            <a:r>
              <a:t>RDMA verbs, no message passing API.</a:t>
            </a:r>
          </a:p>
          <a:p/>
          <a:p>
            <a:r>
              <a:t>Three specification versions matter:</a:t>
            </a:r>
          </a:p>
          <a:p>
            <a:r>
              <a:t>- CXL 1.1: one host per device. Just memory expansion.</a:t>
            </a:r>
          </a:p>
          <a:p>
            <a:r>
              <a:t>- CXL 3.0: cacheline-granularity sharing across hosts, with optional</a:t>
            </a:r>
          </a:p>
          <a:p>
            <a:r>
              <a:t>  hardware cache coherence via back-invalidations.</a:t>
            </a:r>
          </a:p>
          <a:p>
            <a:r>
              <a:t>- CXL 3.2: the current spec, refines 3.0.</a:t>
            </a:r>
          </a:p>
          <a:p/>
          <a:p>
            <a:r>
              <a:t>Real hardware exists but is early. SK Hynix Niagara 2.0 supports up to</a:t>
            </a:r>
          </a:p>
          <a:p>
            <a:r>
              <a:t>8 hosts but no HW cache coherence yet. Microsoft has a 2-host prototype.</a:t>
            </a:r>
          </a:p>
          <a:p>
            <a:r>
              <a:t>The paper's design targets the 3.0 generation.</a:t>
            </a:r>
          </a:p>
          <a:p/>
          <a:p>
            <a:r>
              <a:t>The figure on the right is Tigon's architecture — we'll unpack it</a:t>
            </a:r>
          </a:p>
          <a:p>
            <a:r>
              <a:t>later; for now note the 'HWcc' box (the small hardware-coherent region)</a:t>
            </a:r>
          </a:p>
          <a:p>
            <a:r>
              <a:t>and the 'SWcc' box (the larger region where Tigon provides coherence</a:t>
            </a:r>
          </a:p>
          <a:p>
            <a:r>
              <a:t>in software).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CXL pod is a specific topology: a small number of hosts — 8 to</a:t>
            </a:r>
          </a:p>
          <a:p>
            <a:r>
              <a:t>16 — all directly connected to a single shared CXL memory device</a:t>
            </a:r>
          </a:p>
          <a:p>
            <a:r>
              <a:t>through a multi-headed device, or MHD. An MHD is a CXL chip with</a:t>
            </a:r>
          </a:p>
          <a:p>
            <a:r>
              <a:t>multiple host ports — no switch, which would add latency.</a:t>
            </a:r>
          </a:p>
          <a:p/>
          <a:p>
            <a:r>
              <a:t>Why is this interesting? It's an intermediate architecture. It's not</a:t>
            </a:r>
          </a:p>
          <a:p>
            <a:r>
              <a:t>a shared-memory multiprocessor because inter-host coherence is</a:t>
            </a:r>
          </a:p>
          <a:p>
            <a:r>
              <a:t>expensive. It's not a fully distributed system because memory is</a:t>
            </a:r>
          </a:p>
          <a:p>
            <a:r>
              <a:t>load/store addressable across hosts.</a:t>
            </a:r>
          </a:p>
          <a:p/>
          <a:p>
            <a:r>
              <a:t>Architectural debates about the limits of SMP scalability — Kimberly</a:t>
            </a:r>
          </a:p>
          <a:p>
            <a:r>
              <a:t>Keeton's 'The Machine', Keaton and Patterson's arguments — have been</a:t>
            </a:r>
          </a:p>
          <a:p>
            <a:r>
              <a:t>around for years. CXL pods give us a new point. Tigon tries to</a:t>
            </a:r>
          </a:p>
          <a:p>
            <a:r>
              <a:t>navigate the specific tradeoffs of that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There's an extra limitation specific to cross-host sharing:</a:t>
            </a:r>
          </a:p>
          <a:p>
            <a:r>
              <a:t>hardware cache coherence. CXL 3.0 says the device can provide</a:t>
            </a:r>
          </a:p>
          <a:p>
            <a:r>
              <a:t>coherence via back-invalidations, like a processor snoop filter.</a:t>
            </a:r>
          </a:p>
          <a:p/>
          <a:p>
            <a:r>
              <a:t>The problem is silicon area. A snoop filter that covers every</a:t>
            </a:r>
          </a:p>
          <a:p>
            <a:r>
              <a:t>cacheable line on every host costs huge area. AMD did the math: to</a:t>
            </a:r>
          </a:p>
          <a:p>
            <a:r>
              <a:t>hardware-cover 16 hosts × 504 MB of cacheable data on an Intel</a:t>
            </a:r>
          </a:p>
          <a:p>
            <a:r>
              <a:t>Granite Rapids you'd need 7.9 GB of tag storage. Not happening.</a:t>
            </a:r>
          </a:p>
          <a:p/>
          <a:p>
            <a:r>
              <a:t>So vendors will ship devices that keep a limited region hardware-</a:t>
            </a:r>
          </a:p>
          <a:p>
            <a:r>
              <a:t>coherent — tens to hundreds of megabytes. Everything else is still</a:t>
            </a:r>
          </a:p>
          <a:p>
            <a:r>
              <a:t>CXL memory, still addressable, still shareable — but software has to</a:t>
            </a:r>
          </a:p>
          <a:p>
            <a:r>
              <a:t>handle coherence.</a:t>
            </a:r>
          </a:p>
          <a:p/>
          <a:p>
            <a:r>
              <a:t>This is the single most important constraint Tigon designs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OK, enough background. Let's pin down the research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 showed you up to now is about sending messages</a:t>
            </a:r>
          </a:p>
          <a:p>
            <a:r>
              <a:t>across hosts — RPC, RDMA verbs, whatever. CXL lets us do something</a:t>
            </a:r>
          </a:p>
          <a:p>
            <a:r>
              <a:t>fundamentally different: let hosts synchronize by running atomic</a:t>
            </a:r>
          </a:p>
          <a:p>
            <a:r>
              <a:t>operations on shared memory, the way threads in a single process</a:t>
            </a:r>
          </a:p>
          <a:p>
            <a:r>
              <a:t>synchronize on locks.</a:t>
            </a:r>
          </a:p>
          <a:p/>
          <a:p>
            <a:r>
              <a:t>That's Tigon's core proposal. Synchronize through memory, not through</a:t>
            </a:r>
          </a:p>
          <a:p>
            <a:r>
              <a:t>the network.</a:t>
            </a:r>
          </a:p>
          <a:p/>
          <a:p>
            <a:r>
              <a:t>Why isn't this trivial? Three CXL limitations that bite:</a:t>
            </a:r>
          </a:p>
          <a:p>
            <a:r>
              <a:t>- Latency higher than local DRAM, so we can't indiscriminately access</a:t>
            </a:r>
          </a:p>
          <a:p>
            <a:r>
              <a:t>  CXL.</a:t>
            </a:r>
          </a:p>
          <a:p>
            <a:r>
              <a:t>- Bandwidth lower than local DRAM, so we can't move data freely.</a:t>
            </a:r>
          </a:p>
          <a:p>
            <a:r>
              <a:t>- Hardware cache coherence is limited to a small region, so we can't</a:t>
            </a:r>
          </a:p>
          <a:p>
            <a:r>
              <a:t>  assume everything in CXL memory is seen the same way by every host.</a:t>
            </a:r>
          </a:p>
          <a:p/>
          <a:p>
            <a:r>
              <a:t>The research question is: can we convert cross-host message exchanges</a:t>
            </a:r>
          </a:p>
          <a:p>
            <a:r>
              <a:t>into data-structure operations on shared memory — efficiently — under</a:t>
            </a:r>
          </a:p>
          <a:p>
            <a:r>
              <a:t>these constraints?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design goals for a good CXL-pod database. G1-G2 are about</a:t>
            </a:r>
          </a:p>
          <a:p>
            <a:r>
              <a:t>end-to-end performance — single-partition should not regress compared</a:t>
            </a:r>
          </a:p>
          <a:p>
            <a:r>
              <a:t>to shared-nothing, and multi-partition should degrade gracefully. G3</a:t>
            </a:r>
          </a:p>
          <a:p>
            <a:r>
              <a:t>is the HWcc budget constraint — the design has to work in a few</a:t>
            </a:r>
          </a:p>
          <a:p>
            <a:r>
              <a:t>hundred MB. G4 is bandwidth — CXL bandwidth is precious. G5 is</a:t>
            </a:r>
          </a:p>
          <a:p>
            <a:r>
              <a:t>standard database correctness: serializability, durability, recovery.</a:t>
            </a:r>
          </a:p>
          <a:p>
            <a:r>
              <a:t>G6 is the 2PC tax — if we truly synchronize via memory, we should be</a:t>
            </a:r>
          </a:p>
          <a:p>
            <a:r>
              <a:t>able to commit without 2PC.</a:t>
            </a:r>
          </a:p>
          <a:p/>
          <a:p>
            <a:r>
              <a:t>Any database design for CXL pods should check these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presenting Tigon's design, let me sharpen the picture by</a:t>
            </a:r>
          </a:p>
          <a:p>
            <a:r>
              <a:t>walking through four natural approaches and explaining why each one</a:t>
            </a:r>
          </a:p>
          <a:p>
            <a:r>
              <a:t>falls short. This is the motivation for Tigon's specific design</a:t>
            </a:r>
          </a:p>
          <a:p>
            <a:r>
              <a:t>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Approach 1: the classic. Shared-nothing partitioning with 2PC</a:t>
            </a:r>
          </a:p>
          <a:p>
            <a:r>
              <a:t>at the end. Sundial, DS2PL, H-Store, Spanner all fit here.</a:t>
            </a:r>
          </a:p>
          <a:p/>
          <a:p>
            <a:r>
              <a:t>Why it doesn't cut it for us: every multi-partition transaction</a:t>
            </a:r>
          </a:p>
          <a:p>
            <a:r>
              <a:t>involves many messages. Read/write RPCs during execution, then a</a:t>
            </a:r>
          </a:p>
          <a:p>
            <a:r>
              <a:t>prepare round, then a commit round. The paper measures 3.3 messages</a:t>
            </a:r>
          </a:p>
          <a:p>
            <a:r>
              <a:t>per transaction for Sundial on TPC-C 60/90, 4.1 for DS2PL.</a:t>
            </a:r>
          </a:p>
          <a:p/>
          <a:p>
            <a:r>
              <a:t>You'll see in the evaluation that even with the best 2PL or OCC</a:t>
            </a:r>
          </a:p>
          <a:p>
            <a:r>
              <a:t>protocol, performance drops sharply as multi-partition ratio grows,</a:t>
            </a:r>
          </a:p>
          <a:p>
            <a:r>
              <a:t>and 2PC is the inescapable 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Approach 2: disaggregated memory with RDMA. Motor is the most</a:t>
            </a:r>
          </a:p>
          <a:p>
            <a:r>
              <a:t>recent published example. No partitioning — tuples live on memory</a:t>
            </a:r>
          </a:p>
          <a:p>
            <a:r>
              <a:t>servers, compute nodes read them over RDMA.</a:t>
            </a:r>
          </a:p>
          <a:p/>
          <a:p>
            <a:r>
              <a:t>No multi-partition problem, no 2PC. But every tuple read is a network</a:t>
            </a:r>
          </a:p>
          <a:p>
            <a:r>
              <a:t>RTT. The paper's evaluation shows Motor is bandwidth-limited at ~30K</a:t>
            </a:r>
          </a:p>
          <a:p>
            <a:r>
              <a:t>txn/s on their 25 Gbps NICs — but even in Motor's own paper, with</a:t>
            </a:r>
          </a:p>
          <a:p>
            <a:r>
              <a:t>100 Gbps, it tops out around 100K/s.</a:t>
            </a:r>
          </a:p>
          <a:p/>
          <a:p>
            <a:r>
              <a:t>CXL memory is load/store-addressable and much faster. RDMA leaves a</a:t>
            </a:r>
          </a:p>
          <a:p>
            <a:r>
              <a:t>lot of performance on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Approach 3: keep shared-nothing, but swap the network for CXL</a:t>
            </a:r>
          </a:p>
          <a:p>
            <a:r>
              <a:t>message queues. HydraRPC-style. The paper actually implements this as</a:t>
            </a:r>
          </a:p>
          <a:p>
            <a:r>
              <a:t>a baseline — Sundial-CXL and DS2PL-CXL. Shows a clean 2x improvement</a:t>
            </a:r>
          </a:p>
          <a:p>
            <a:r>
              <a:t>at 60/90 multi-partition.</a:t>
            </a:r>
          </a:p>
          <a:p/>
          <a:p>
            <a:r>
              <a:t>But: you still exchange messages. You still run 2PC. You're using CXL</a:t>
            </a:r>
          </a:p>
          <a:p>
            <a:r>
              <a:t>as a better pipe. You're not exploiting its unique capability, which</a:t>
            </a:r>
          </a:p>
          <a:p>
            <a:r>
              <a:t>is load-store-accessible shared memory with atomic operations.</a:t>
            </a:r>
          </a:p>
          <a:p/>
          <a:p>
            <a:r>
              <a:t>Tigon asks: what if we get rid of messaging on the critical path</a:t>
            </a:r>
          </a:p>
          <a:p>
            <a:r>
              <a:t>altogether?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Approach 4: put every tuple in CXL memory. Now every host</a:t>
            </a:r>
          </a:p>
          <a:p>
            <a:r>
              <a:t>directly accesses every tuple — no partitioning needed.</a:t>
            </a:r>
          </a:p>
          <a:p/>
          <a:p>
            <a:r>
              <a:t>Three problems:</a:t>
            </a:r>
          </a:p>
          <a:p>
            <a:r>
              <a:t>- CXL latency is 1.6-3x local DRAM, so your hot path is 1.6-3x slower.</a:t>
            </a:r>
          </a:p>
          <a:p>
            <a:r>
              <a:t>- CXL bandwidth is 13% of local DRAM, so you'll saturate it.</a:t>
            </a:r>
          </a:p>
          <a:p>
            <a:r>
              <a:t>- HW cache coherence only covers ~200 MB; a real database doesn't fit.</a:t>
            </a:r>
          </a:p>
          <a:p/>
          <a:p>
            <a:r>
              <a:t>So there's no free lunch. You can't just move everything to CXL.</a:t>
            </a:r>
          </a:p>
          <a:p>
            <a:r>
              <a:t>Data placement matters — hot data local, shared data on CXL.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where are we? Four natural approaches, each with a fatal</a:t>
            </a:r>
          </a:p>
          <a:p>
            <a:r>
              <a:t>flaw. Tigon's insight connects them: at any point in time, only a</a:t>
            </a:r>
          </a:p>
          <a:p>
            <a:r>
              <a:t>small set of tuples is concurrently shared across hosts — the</a:t>
            </a:r>
          </a:p>
          <a:p>
            <a:r>
              <a:t>Cross-host Active Tuple set, or CAT. This set is small — megabytes.</a:t>
            </a:r>
          </a:p>
          <a:p>
            <a:r>
              <a:t>That's exactly the size where HWcc memory is feasible.</a:t>
            </a:r>
          </a:p>
          <a:p/>
          <a:p>
            <a:r>
              <a:t>Tigon: keep the CAT in CXL memory. Everything else in local DRAM.</a:t>
            </a:r>
          </a:p>
          <a:p>
            <a:r>
              <a:t>Use atomic operations on CXL-resident metadata for synchronization</a:t>
            </a:r>
          </a:p>
          <a:p>
            <a:r>
              <a:t>instead of messages. Co-design concurrency control and logging so</a:t>
            </a:r>
          </a:p>
          <a:p>
            <a:r>
              <a:t>that 2PC is unnecessary.</a:t>
            </a:r>
          </a:p>
          <a:p/>
          <a:p>
            <a:r>
              <a:t>Let's dig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Tigon's design. I'll cover the key insight, the</a:t>
            </a:r>
          </a:p>
          <a:p>
            <a:r>
              <a:t>architecture, how data is organized, the software cache coherence</a:t>
            </a:r>
          </a:p>
          <a:p>
            <a:r>
              <a:t>protocol, concurrency control, and logging. This is the largest</a:t>
            </a:r>
          </a:p>
          <a:p>
            <a:r>
              <a:t>section — about 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foundational insight. Databases can be huge — gigabytes,</a:t>
            </a:r>
          </a:p>
          <a:p>
            <a:r>
              <a:t>terabytes. But the set of tuples actually being touched concurrently</a:t>
            </a:r>
          </a:p>
          <a:p>
            <a:r>
              <a:t>by running transactions is tiny.</a:t>
            </a:r>
          </a:p>
          <a:p/>
          <a:p>
            <a:r>
              <a:t>Why? Simple arithmetic. In-memory OLTP has roughly one transaction</a:t>
            </a:r>
          </a:p>
          <a:p>
            <a:r>
              <a:t>per CPU core at a time. Each transaction touches maybe 10-40 tuples.</a:t>
            </a:r>
          </a:p>
          <a:p>
            <a:r>
              <a:t>Say 1000 cores, 40 tuples each, ~200 bytes per tuple: 7 MB. That's</a:t>
            </a:r>
          </a:p>
          <a:p>
            <a:r>
              <a:t>it. That's the working set of shared data at any instant.</a:t>
            </a:r>
          </a:p>
          <a:p/>
          <a:p>
            <a:r>
              <a:t>This is the CAT — Cross-host Active Tuples. The paper's north star:</a:t>
            </a:r>
          </a:p>
          <a:p>
            <a:r>
              <a:t>keep the CAT in CXL memory, use atomic operations on it for</a:t>
            </a:r>
          </a:p>
          <a:p>
            <a:r>
              <a:t>synchronization. Nothing else needs to live in CXL memory all the</a:t>
            </a:r>
          </a:p>
          <a:p>
            <a:r>
              <a:t>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organization. This is Figure 3 — the densest figure</a:t>
            </a:r>
          </a:p>
          <a:p>
            <a:r>
              <a:t>in the paper.</a:t>
            </a:r>
          </a:p>
          <a:p/>
          <a:p>
            <a:r>
              <a:t>Three things to look at. Left: each host has a local index in its</a:t>
            </a:r>
          </a:p>
          <a:p>
            <a:r>
              <a:t>DRAM, mapping keys to 'local rows'. A local row holds a local latch,</a:t>
            </a:r>
          </a:p>
          <a:p>
            <a:r>
              <a:t>a 2PL lock, a shortcut-ptr, an is-valid flag, an epoch-version for</a:t>
            </a:r>
          </a:p>
          <a:p>
            <a:r>
              <a:t>logging, and the tuple itself.</a:t>
            </a:r>
          </a:p>
          <a:p/>
          <a:p>
            <a:r>
              <a:t>Middle: when a tuple is moved into CXL memory, the row is split. An</a:t>
            </a:r>
          </a:p>
          <a:p>
            <a:r>
              <a:t>8-byte HWcc record goes to the HWcc region; an SWcc row goes to the</a:t>
            </a:r>
          </a:p>
          <a:p>
            <a:r>
              <a:t>non-HWcc region. The local row's shortcut-ptr now points to the HWcc</a:t>
            </a:r>
          </a:p>
          <a:p>
            <a:r>
              <a:t>record.</a:t>
            </a:r>
          </a:p>
          <a:p/>
          <a:p>
            <a:r>
              <a:t>Right: the CXL index — a B+-tree per table-partition — lives in HWcc</a:t>
            </a:r>
          </a:p>
          <a:p>
            <a:r>
              <a:t>memory and indexes all CAT tuples from that partition. All hosts can</a:t>
            </a:r>
          </a:p>
          <a:p>
            <a:r>
              <a:t>look up tuples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zero in on the 8-byte HWcc record. Every bit matters</a:t>
            </a:r>
          </a:p>
          <a:p>
            <a:r>
              <a:t>because HWcc memory is scarce.</a:t>
            </a:r>
          </a:p>
          <a:p/>
          <a:p>
            <a:r>
              <a:t>1 bit for a cross-host latch (HWcc-latch). 8 bits for the 2PL lock</a:t>
            </a:r>
          </a:p>
          <a:p>
            <a:r>
              <a:t>(counts readers, holds a writer bit). 1 bit has-next-key, needed for</a:t>
            </a:r>
          </a:p>
          <a:p>
            <a:r>
              <a:t>correct next-key locking — I'll come back to this. 1 bit is-dirty —</a:t>
            </a:r>
          </a:p>
          <a:p>
            <a:r>
              <a:t>says whether the tuple was modified since moving to CXL. 1 bit</a:t>
            </a:r>
          </a:p>
          <a:p>
            <a:r>
              <a:t>clock-bit for the eviction policy. 16 bits SWcc-bitmap — one bit per</a:t>
            </a:r>
          </a:p>
          <a:p>
            <a:r>
              <a:t>host, used by the software cache coherence protocol. 36 bits</a:t>
            </a:r>
          </a:p>
          <a:p>
            <a:r>
              <a:t>SWcc-row-ptr — a compact offset pointer to the full SWcc row.</a:t>
            </a:r>
          </a:p>
          <a:p/>
          <a:p>
            <a:r>
              <a:t>Total: 8 bytes. Tiny. That's what lets Tigon pack thousands of CAT</a:t>
            </a:r>
          </a:p>
          <a:p>
            <a:r>
              <a:t>tuples into the HWcc budget.</a:t>
            </a:r>
          </a:p>
          <a:p/>
          <a:p>
            <a:r>
              <a:t>Note everything here is HW-coherent: the latch, the lock, the tiny</a:t>
            </a:r>
          </a:p>
          <a:p>
            <a:r>
              <a:t>flags. The SW-coherent stuff, the actual tuple body, lives elsewhere.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Indexes. Each host has a local B+-tree in DRAM, indexing its</a:t>
            </a:r>
          </a:p>
          <a:p>
            <a:r>
              <a:t>own partition. Standard.</a:t>
            </a:r>
          </a:p>
          <a:p/>
          <a:p>
            <a:r>
              <a:t>Plus a CXL index in HWcc memory, indexing the CAT. All hosts can</a:t>
            </a:r>
          </a:p>
          <a:p>
            <a:r>
              <a:t>read/write the CXL index via HWcc atomics.</a:t>
            </a:r>
          </a:p>
          <a:p/>
          <a:p>
            <a:r>
              <a:t>An optimization: when the owner of a tuple sees that its tuple has</a:t>
            </a:r>
          </a:p>
          <a:p>
            <a:r>
              <a:t>been moved to CXL, it caches a shortcut pointer on the local row</a:t>
            </a:r>
          </a:p>
          <a:p>
            <a:r>
              <a:t>pointing directly to the HWcc record. This saves the owner a CXL</a:t>
            </a:r>
          </a:p>
          <a:p>
            <a:r>
              <a:t>index lookup — important because the owner accesses its own tuples</a:t>
            </a:r>
          </a:p>
          <a:p>
            <a:r>
              <a:t>most often.</a:t>
            </a:r>
          </a:p>
          <a:p/>
          <a:p>
            <a:r>
              <a:t>The non-trivial part is keeping shortcut pointers correct under</a:t>
            </a:r>
          </a:p>
          <a:p>
            <a:r>
              <a:t>concurrent data movement. The rule is: only the owner host can</a:t>
            </a:r>
          </a:p>
          <a:p>
            <a:r>
              <a:t>initiate data movement for its own tuples. Non-owners must send a</a:t>
            </a:r>
          </a:p>
          <a:p>
            <a:r>
              <a:t>move request. Owner-side operations are serialized by the local-latch</a:t>
            </a:r>
          </a:p>
          <a:p>
            <a:r>
              <a:t>on the local row. So the shortcut pointer is always either null or</a:t>
            </a:r>
          </a:p>
          <a:p>
            <a:r>
              <a:t>pointing at a valid HWcc record. Non-owners, who race with movement,</a:t>
            </a:r>
          </a:p>
          <a:p>
            <a:r>
              <a:t>are protected by the HWcc-latch and the is-valid flag — if a tuple</a:t>
            </a:r>
          </a:p>
          <a:p>
            <a:r>
              <a:t>gets moved back to local DRAM, is-valid becomes false and stale</a:t>
            </a:r>
          </a:p>
          <a:p>
            <a:r>
              <a:t>pointers fail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software cache coherence protocol — one of the key</a:t>
            </a:r>
          </a:p>
          <a:p>
            <a:r>
              <a:t>novelties.</a:t>
            </a:r>
          </a:p>
          <a:p/>
          <a:p>
            <a:r>
              <a:t>Most of CXL memory is NOT hardware cache coherent. If hosts cache</a:t>
            </a:r>
          </a:p>
          <a:p>
            <a:r>
              <a:t>SWcc rows, you get stale data. Classic solution: bypass the cache</a:t>
            </a:r>
          </a:p>
          <a:p>
            <a:r>
              <a:t>with non-temporal loads, or pin reads to a single host. Both are slow.</a:t>
            </a:r>
          </a:p>
          <a:p/>
          <a:p>
            <a:r>
              <a:t>Tigon's insight: the database already has latches. Every access to a</a:t>
            </a:r>
          </a:p>
          <a:p>
            <a:r>
              <a:t>tuple goes through a latch. So piggy-back a coherence protocol on the</a:t>
            </a:r>
          </a:p>
          <a:p>
            <a:r>
              <a:t>latch.</a:t>
            </a:r>
          </a:p>
          <a:p/>
          <a:p>
            <a:r>
              <a:t>The 16-bit SWcc-bitmap has one bit per host. When a host reads a</a:t>
            </a:r>
          </a:p>
          <a:p>
            <a:r>
              <a:t>tuple, it checks its bit. If set, its cached copy is valid — use a</a:t>
            </a:r>
          </a:p>
          <a:p>
            <a:r>
              <a:t>normal cached load. If not set, flush the cacheline, read from CXL,</a:t>
            </a:r>
          </a:p>
          <a:p>
            <a:r>
              <a:t>set the bit. When a host writes, it unsets the bits for all other</a:t>
            </a:r>
          </a:p>
          <a:p>
            <a:r>
              <a:t>hosts.</a:t>
            </a:r>
          </a:p>
          <a:p/>
          <a:p>
            <a:r>
              <a:t>Result: coherence granularity is a tuple (coarser than a cacheline,</a:t>
            </a:r>
          </a:p>
          <a:p>
            <a:r>
              <a:t>so cheaper), metadata is one word per tuple, and normal cached loads</a:t>
            </a:r>
          </a:p>
          <a:p>
            <a:r>
              <a:t>work for readers once they've populated the cache. Much better than</a:t>
            </a:r>
          </a:p>
          <a:p>
            <a:r>
              <a:t>non-temporal loads for workloads that reuse tuples.</a:t>
            </a:r>
          </a:p>
          <a:p/>
          <a:p>
            <a:r>
              <a:t>The catch: this requires database-side changes. It's not a</a:t>
            </a:r>
          </a:p>
          <a:p>
            <a:r>
              <a:t>transparent protocol; it's co-designed with the latching.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Tuples move into CXL memory when non-owners ask for them.</a:t>
            </a:r>
          </a:p>
          <a:p>
            <a:r>
              <a:t>They have to move back out when HWcc memory fills up.</a:t>
            </a:r>
          </a:p>
          <a:p/>
          <a:p>
            <a:r>
              <a:t>Perfect policy would be LRU on cross-host access — evict whichever</a:t>
            </a:r>
          </a:p>
          <a:p>
            <a:r>
              <a:t>tuple is least likely to be remotely reused. But LRU needs a linked</a:t>
            </a:r>
          </a:p>
          <a:p>
            <a:r>
              <a:t>list threaded through all CAT tuples, and every access updates it.</a:t>
            </a:r>
          </a:p>
          <a:p>
            <a:r>
              <a:t>That's expensive: HWcc memory for the list, contention on list</a:t>
            </a:r>
          </a:p>
          <a:p>
            <a:r>
              <a:t>pointers.</a:t>
            </a:r>
          </a:p>
          <a:p/>
          <a:p>
            <a:r>
              <a:t>Tigon uses CLOCK. One bit per tuple: set on any non-owner access. A</a:t>
            </a:r>
          </a:p>
          <a:p>
            <a:r>
              <a:t>circular cursor scans CAT tuples. Bit set → clear it and move on. Bit</a:t>
            </a:r>
          </a:p>
          <a:p>
            <a:r>
              <a:t>clear → evict.</a:t>
            </a:r>
          </a:p>
          <a:p/>
          <a:p>
            <a:r>
              <a:t>Ablation in the eval: under tight HWcc budget, CLOCK is 2.4x faster</a:t>
            </a:r>
          </a:p>
          <a:p>
            <a:r>
              <a:t>than LRU. Under unlimited HWcc, CLOCK is still 17% faster (less lock</a:t>
            </a:r>
          </a:p>
          <a:p>
            <a:r>
              <a:t>contention). CLOCK wins on metadata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Concurrency control. Tigon uses strong strict 2PL — acquire</a:t>
            </a:r>
          </a:p>
          <a:p>
            <a:r>
              <a:t>locks during execution, release at commit. This is classical and easy</a:t>
            </a:r>
          </a:p>
          <a:p>
            <a:r>
              <a:t>to reason about.</a:t>
            </a:r>
          </a:p>
          <a:p/>
          <a:p>
            <a:r>
              <a:t>Locks live in the 2pl-lock byte of the HWcc record. Acquired via an</a:t>
            </a:r>
          </a:p>
          <a:p>
            <a:r>
              <a:t>atomic compare-and-swap on HWcc memory. From the perspective of any</a:t>
            </a:r>
          </a:p>
          <a:p>
            <a:r>
              <a:t>host, taking a lock on a CAT tuple is just a local atomic op — no</a:t>
            </a:r>
          </a:p>
          <a:p>
            <a:r>
              <a:t>messages.</a:t>
            </a:r>
          </a:p>
          <a:p/>
          <a:p>
            <a:r>
              <a:t>Deadlock handling: NO_WAIT. If you can't get the lock, abort and</a:t>
            </a:r>
          </a:p>
          <a:p>
            <a:r>
              <a:t>retry. Prior work (Yu et al.) shows NO_WAIT scales best for in-memory</a:t>
            </a:r>
          </a:p>
          <a:p>
            <a:r>
              <a:t>DBs. The paper goes with that.</a:t>
            </a:r>
          </a:p>
          <a:p/>
          <a:p>
            <a:r>
              <a:t>OCC and MVCC would be interesting but are explicitly future work.</a:t>
            </a:r>
          </a:p>
          <a:p>
            <a:r>
              <a:t>Adapting them to CXL pods is non-trivial and the authors wanted to</a:t>
            </a:r>
          </a:p>
          <a:p>
            <a:r>
              <a:t>focus on the more widely deployed 2PL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phantom problem. Classical example: a range scan sees keys</a:t>
            </a:r>
          </a:p>
          <a:p>
            <a:r>
              <a:t>10, 20, 30. Meanwhile another transaction inserts 15. If we just</a:t>
            </a:r>
          </a:p>
          <a:p>
            <a:r>
              <a:t>locked the individual keys we saw, 15 can be inserted — violating</a:t>
            </a:r>
          </a:p>
          <a:p>
            <a:r>
              <a:t>serializability.</a:t>
            </a:r>
          </a:p>
          <a:p/>
          <a:p>
            <a:r>
              <a:t>Standard fix: next-key locking. On insert/delete/scan, lock not just</a:t>
            </a:r>
          </a:p>
          <a:p>
            <a:r>
              <a:t>the key but the 'next key' in the ordered index.</a:t>
            </a:r>
          </a:p>
          <a:p/>
          <a:p>
            <a:r>
              <a:t>In Tigon, this is harder because the CXL index only contains the</a:t>
            </a:r>
          </a:p>
          <a:p>
            <a:r>
              <a:t>subset of keys that are in the CAT. The 'next key' in the CXL index</a:t>
            </a:r>
          </a:p>
          <a:p>
            <a:r>
              <a:t>might not be the true next key in the local index.</a:t>
            </a:r>
          </a:p>
          <a:p/>
          <a:p>
            <a:r>
              <a:t>Fix: add a has-next-key bit to each CXL-index entry. Bit is set if</a:t>
            </a:r>
          </a:p>
          <a:p>
            <a:r>
              <a:t>the CXL-index next key is the same as the local-index next key.</a:t>
            </a:r>
          </a:p>
          <a:p>
            <a:r>
              <a:t>Maintained by the owner as inserts, deletes, and moves happen. If the</a:t>
            </a:r>
          </a:p>
          <a:p>
            <a:r>
              <a:t>bit isn't set, the transaction must ask the owner to move the real</a:t>
            </a:r>
          </a:p>
          <a:p>
            <a:r>
              <a:t>next key into CXL before locking.</a:t>
            </a:r>
          </a:p>
          <a:p/>
          <a:p>
            <a:r>
              <a:t>Cost: 10-12% throughput hit for correctness. Reasonable — and a</a:t>
            </a:r>
          </a:p>
          <a:p>
            <a:r>
              <a:t>variant that ignores phantoms actually outperforms Sundial+ even on</a:t>
            </a:r>
          </a:p>
          <a:p>
            <a:r>
              <a:t>TPC-C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Logging and recovery — and, crucially, how Tigon avoids 2PC.</a:t>
            </a:r>
          </a:p>
          <a:p/>
          <a:p>
            <a:r>
              <a:t>Two observations.</a:t>
            </a:r>
          </a:p>
          <a:p/>
          <a:p>
            <a:r>
              <a:t>One: because the CAT lives in CXL memory, the transaction worker on</a:t>
            </a:r>
          </a:p>
          <a:p>
            <a:r>
              <a:t>one host can complete all tuple modifications of its transaction —</a:t>
            </a:r>
          </a:p>
          <a:p>
            <a:r>
              <a:t>it takes locks, it writes tuples, all through atomic operations on</a:t>
            </a:r>
          </a:p>
          <a:p>
            <a:r>
              <a:t>CXL. No cooperation from other hosts is needed to mutate state.</a:t>
            </a:r>
          </a:p>
          <a:p/>
          <a:p>
            <a:r>
              <a:t>Two: indexes can be reconstructed from tuples during recovery. So we</a:t>
            </a:r>
          </a:p>
          <a:p>
            <a:r>
              <a:t>don't need to log index changes; we only need to log tuple changes.</a:t>
            </a:r>
          </a:p>
          <a:p/>
          <a:p>
            <a:r>
              <a:t>Combine these: one host has all the state changes for its transaction</a:t>
            </a:r>
          </a:p>
          <a:p>
            <a:r>
              <a:t>in its own log. It can commit locally, durably. No 2PC.</a:t>
            </a:r>
          </a:p>
          <a:p/>
          <a:p>
            <a:r>
              <a:t>Mechanics, borrowed from SiloR: epoch-based group commit, 10 ms</a:t>
            </a:r>
          </a:p>
          <a:p>
            <a:r>
              <a:t>epochs; parallel value logging — each worker thread writes its own</a:t>
            </a:r>
          </a:p>
          <a:p>
            <a:r>
              <a:t>buffer to SSD; each tuple carries (epoch, version) so recovery can</a:t>
            </a:r>
          </a:p>
          <a:p>
            <a:r>
              <a:t>pick the latest write. The global epoch counter is in HWcc memory;</a:t>
            </a:r>
          </a:p>
          <a:p>
            <a:r>
              <a:t>advancing it is a cheap atomic op.</a:t>
            </a:r>
          </a:p>
          <a:p/>
          <a:p>
            <a:r>
              <a:t>This is the logging/CC co-design that makes 2PC unnecessary.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 notes.</a:t>
            </a:r>
          </a:p>
          <a:p/>
          <a:p>
            <a:r>
              <a:t>Built on Lotus — about 18K lines of existing C++, plus 5K new lines.</a:t>
            </a:r>
          </a:p>
          <a:p>
            <a:r>
              <a:t>Standard DB API: read, write, insert, delete, range query,</a:t>
            </a:r>
          </a:p>
          <a:p>
            <a:r>
              <a:t>parameterized transactions.</a:t>
            </a:r>
          </a:p>
          <a:p/>
          <a:p>
            <a:r>
              <a:t>B+-tree with optimistic crabbing, extended for next-key locking.</a:t>
            </a:r>
          </a:p>
          <a:p>
            <a:r>
              <a:t>Offset pointers make CXL-resident structures position-independent —</a:t>
            </a:r>
          </a:p>
          <a:p>
            <a:r>
              <a:t>the base address can differ across hosts. CXL memory appears as a</a:t>
            </a:r>
          </a:p>
          <a:p>
            <a:r>
              <a:t>CPU-less NUMA node in Linux; they modified mimalloc to allocate from</a:t>
            </a:r>
          </a:p>
          <a:p>
            <a:r>
              <a:t>it.</a:t>
            </a:r>
          </a:p>
          <a:p/>
          <a:p>
            <a:r>
              <a:t>Message transport, used only for non-critical-path things like move</a:t>
            </a:r>
          </a:p>
          <a:p>
            <a:r>
              <a:t>requests: lock-free MPSC ring buffers, metadata (head/tail) in HWcc,</a:t>
            </a:r>
          </a:p>
          <a:p>
            <a:r>
              <a:t>payload in non-HWcc. Fast.</a:t>
            </a:r>
          </a:p>
          <a:p/>
          <a:p>
            <a:r>
              <a:t>Epoch-based reclamation (Fraser's EBR) for memory safety — per-worker</a:t>
            </a:r>
          </a:p>
          <a:p>
            <a:r>
              <a:t>local epoch counters in HWcc.</a:t>
            </a:r>
          </a:p>
          <a:p/>
          <a:p>
            <a:r>
              <a:t>All open source at github.com/ut-datasys/tigon.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Evaluation. Five questions the paper asks. End-to-end</a:t>
            </a:r>
          </a:p>
          <a:p>
            <a:r>
              <a:t>performance vs state-of-the-art. How HWcc budget affects performance.</a:t>
            </a:r>
          </a:p>
          <a:p>
            <a:r>
              <a:t>How much software cache coherence helps. Logging impact on latency.</a:t>
            </a:r>
          </a:p>
          <a:p>
            <a:r>
              <a:t>Ablations of the various optimizations. I'll cover all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Setup. Emulated CXL pod — because real HW with inter-host cache</a:t>
            </a:r>
          </a:p>
          <a:p>
            <a:r>
              <a:t>coherence doesn't exist yet.</a:t>
            </a:r>
          </a:p>
          <a:p/>
          <a:p>
            <a:r>
              <a:t>One physical machine: Intel Xeon Platinum 8568Y+, 512 GB DRAM, 128 GB</a:t>
            </a:r>
          </a:p>
          <a:p>
            <a:r>
              <a:t>CXL 1.1 device on PCIe 5.0 x8. Measured latency/bandwidth: CXL 259 ns</a:t>
            </a:r>
          </a:p>
          <a:p>
            <a:r>
              <a:t>vs DRAM 159 ns, CXL 31.8 GB/s vs DRAM 238 GB/s.</a:t>
            </a:r>
          </a:p>
          <a:p/>
          <a:p>
            <a:r>
              <a:t>8 VMs on that machine, each with 5 vCPUs and 10 GB DRAM. They share</a:t>
            </a:r>
          </a:p>
          <a:p>
            <a:r>
              <a:t>the CXL device to emulate an 8-host CXL pod. Inter-VM cache coherence</a:t>
            </a:r>
          </a:p>
          <a:p>
            <a:r>
              <a:t>(provided by the physical CPU) stands in for inter-host HW coherence.</a:t>
            </a:r>
          </a:p>
          <a:p>
            <a:r>
              <a:t>This is optimistic; the paper analyzes a more pessimistic case later.</a:t>
            </a:r>
          </a:p>
          <a:p/>
          <a:p>
            <a:r>
              <a:t>HWcc budget: 200 MB by default. Paper varies this down to 10 MB in a</a:t>
            </a:r>
          </a:p>
          <a:p>
            <a:r>
              <a:t>sensitivity study.</a:t>
            </a:r>
          </a:p>
          <a:p/>
          <a:p>
            <a:r>
              <a:t>Baselines: Sundial+ (OCC reads + 2PL writes), DS2PL+ (2PL), Motor</a:t>
            </a:r>
          </a:p>
          <a:p>
            <a:r>
              <a:t>(RDMA-disaggregated). All optimized.</a:t>
            </a:r>
          </a:p>
          <a:p/>
          <a:p>
            <a:r>
              <a:t>Workloads: full TPC-C at 24 warehouses (2.2 GB), and a YCSB variant</a:t>
            </a:r>
          </a:p>
          <a:p>
            <a:r>
              <a:t>(2.4M keys × 1 KB values, Zipf 0.7 and 0.99).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detour on the baselines. Sundial and DS2PL were originally</a:t>
            </a:r>
          </a:p>
          <a:p>
            <a:r>
              <a:t>TCP-based. An unoptimized comparison vs Tigon would be unfair.</a:t>
            </a:r>
          </a:p>
          <a:p/>
          <a:p>
            <a:r>
              <a:t>So the paper improves them:</a:t>
            </a:r>
          </a:p>
          <a:p>
            <a:r>
              <a:t>- Replace network transport with a CXL message queue (same queue</a:t>
            </a:r>
          </a:p>
          <a:p>
            <a:r>
              <a:t>  Tigon uses). That alone gives them 2x at 60/90.</a:t>
            </a:r>
          </a:p>
          <a:p>
            <a:r>
              <a:t>- Convert the now-unneeded I/O thread into a worker thread. Another</a:t>
            </a:r>
          </a:p>
          <a:p>
            <a:r>
              <a:t>  factor.</a:t>
            </a:r>
          </a:p>
          <a:p>
            <a:r>
              <a:t>- Add durable logging (same SiloR-style protocol Tigon uses).</a:t>
            </a:r>
          </a:p>
          <a:p>
            <a:r>
              <a:t>- Add next-key locking for phantom avoidance.</a:t>
            </a:r>
          </a:p>
          <a:p>
            <a:r>
              <a:t>- Fill in missing TPC-C stored procedures (insert, delete, scan) so</a:t>
            </a:r>
          </a:p>
          <a:p>
            <a:r>
              <a:t>  they actually run all 5 TPC-C transactions.</a:t>
            </a:r>
          </a:p>
          <a:p/>
          <a:p>
            <a:r>
              <a:t>Net: the improved baselines are up to 4.2x faster than their</a:t>
            </a:r>
          </a:p>
          <a:p>
            <a:r>
              <a:t>originals. This is a much stronger fence Tigon has to clear. All</a:t>
            </a:r>
          </a:p>
          <a:p>
            <a:r>
              <a:t>comparisons in the rest of the talk are vs these improved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does Tigon's win come from on TPC-C?</a:t>
            </a:r>
          </a:p>
          <a:p/>
          <a:p>
            <a:r>
              <a:t>At 60/90, Sundial+ sends 3.3 messages per transaction, DS2PL+ sends</a:t>
            </a:r>
          </a:p>
          <a:p>
            <a:r>
              <a:t>4.1. Tigon sends zero on the critical path. When T1 wants a remote</a:t>
            </a:r>
          </a:p>
          <a:p>
            <a:r>
              <a:t>tuple, the tuple is already in CXL memory — it just does a CAS on the</a:t>
            </a:r>
          </a:p>
          <a:p>
            <a:r>
              <a:t>HWcc lock.</a:t>
            </a:r>
          </a:p>
          <a:p/>
          <a:p>
            <a:r>
              <a:t>How? Tigon moves the hot tables (CUSTOMER and STOCK) into CXL during</a:t>
            </a:r>
          </a:p>
          <a:p>
            <a:r>
              <a:t>warmup. 720K + 2.4M tuples, 176 MB HWcc, 1.6 GB total CXL. It fits in</a:t>
            </a:r>
          </a:p>
          <a:p>
            <a:r>
              <a:t>the HWcc budget, and once moved, it stays — CLOCK eviction never</a:t>
            </a:r>
          </a:p>
          <a:p>
            <a:r>
              <a:t>triggers because the HWcc budget isn't exceeded.</a:t>
            </a:r>
          </a:p>
          <a:p/>
          <a:p>
            <a:r>
              <a:t>Motor's performance is bandwidth-limited. Their testbed NICs are 25</a:t>
            </a:r>
          </a:p>
          <a:p>
            <a:r>
              <a:t>Gbps; Motor's own OSDI'24 paper reports ~100K txn/s peak at 100 Gbps.</a:t>
            </a:r>
          </a:p>
          <a:p>
            <a:r>
              <a:t>Tigon is ~500K txn/s on the same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YCSB. Four read/write mixes × varying multi-partition percent.</a:t>
            </a:r>
          </a:p>
          <a:p/>
          <a:p>
            <a:r>
              <a:t>At 0% multi-partition, all systems within 3.3% — nobody pays cross-</a:t>
            </a:r>
          </a:p>
          <a:p>
            <a:r>
              <a:t>host cost.</a:t>
            </a:r>
          </a:p>
          <a:p/>
          <a:p>
            <a:r>
              <a:t>Where Tigon wins is when multi-partition goes up. I'll explain on the</a:t>
            </a:r>
          </a:p>
          <a:p>
            <a:r>
              <a:t>next slide; let the audience eyeball the curves first. The pattern:</a:t>
            </a:r>
          </a:p>
          <a:p>
            <a:r>
              <a:t>Tigon holds roughly flat, baselines drop.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YCSB findings in detail.</a:t>
            </a:r>
          </a:p>
          <a:p/>
          <a:p>
            <a:r>
              <a:t>Read-only at 100% multi-partition: Tigon is 2.0-2.3x over Sundial+.</a:t>
            </a:r>
          </a:p>
          <a:p>
            <a:r>
              <a:t>At 50/50 reads/writes, 100% multi-partition, Zipf 0.99: Tigon is 2.7x</a:t>
            </a:r>
          </a:p>
          <a:p>
            <a:r>
              <a:t>over Sundial+ and 3.5x over DS2PL+. Even bigger wins on writes — each</a:t>
            </a:r>
          </a:p>
          <a:p>
            <a:r>
              <a:t>write is an atomic op rather than a message chain.</a:t>
            </a:r>
          </a:p>
          <a:p/>
          <a:p>
            <a:r>
              <a:t>Motor: 5.4 to 14.3x slower.</a:t>
            </a:r>
          </a:p>
          <a:p/>
          <a:p>
            <a:r>
              <a:t>Memory footprint: Tigon moves all 2.4M tuples to CXL. 112 MB HWcc,</a:t>
            </a:r>
          </a:p>
          <a:p>
            <a:r>
              <a:t>2.6 GB total — fits comfortably in the 200 MB HWcc budget. No</a:t>
            </a:r>
          </a:p>
          <a:p>
            <a:r>
              <a:t>evictions. Software cache coherence is doing the heavy lifting here</a:t>
            </a:r>
          </a:p>
          <a:p>
            <a:r>
              <a:t>because everyone's reading the same big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important 'what if' experiment. Their emulation uses</a:t>
            </a:r>
          </a:p>
          <a:p>
            <a:r>
              <a:t>intra-socket cache coherence, which is faster than what real inter-</a:t>
            </a:r>
          </a:p>
          <a:p>
            <a:r>
              <a:t>host CXL back-invalidations will be. They can't directly measure</a:t>
            </a:r>
          </a:p>
          <a:p>
            <a:r>
              <a:t>back-invalidations (no HW counter) but they can count software</a:t>
            </a:r>
          </a:p>
          <a:p>
            <a:r>
              <a:t>invalidations: 14.5% of accesses need them.</a:t>
            </a:r>
          </a:p>
          <a:p/>
          <a:p>
            <a:r>
              <a:t>Conservative assumption: real back-invalidations are 4x slower than</a:t>
            </a:r>
          </a:p>
          <a:p>
            <a:r>
              <a:t>intra-socket. That would cost Tigon 41.4% of throughput.</a:t>
            </a:r>
          </a:p>
          <a:p/>
          <a:p>
            <a:r>
              <a:t>Even with that pessimistic discount: Tigon is still 2.8% faster than</a:t>
            </a:r>
          </a:p>
          <a:p>
            <a:r>
              <a:t>Sundial+, 45% faster than DS2PL+, 9.6x faster than Motor. Tigon's</a:t>
            </a:r>
          </a:p>
          <a:p>
            <a:r>
              <a:t>'minimize HWcc usage' design principle directly pays off here — the</a:t>
            </a:r>
          </a:p>
          <a:p>
            <a:r>
              <a:t>less traffic on HW-coherent lines, the less it hurts when back-</a:t>
            </a:r>
          </a:p>
          <a:p>
            <a:r>
              <a:t>invalidations are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optimization ablations.</a:t>
            </a:r>
          </a:p>
          <a:p/>
          <a:p>
            <a:r>
              <a:t>CLOCK vs LRU: LRU needs a linked list in HWcc, which bloats HWcc</a:t>
            </a:r>
          </a:p>
          <a:p>
            <a:r>
              <a:t>memory by 33% and adds lock contention. Under tight HWcc budget, LRU</a:t>
            </a:r>
          </a:p>
          <a:p>
            <a:r>
              <a:t>is 2.4x slower. Under unlimited HWcc, still 17% slower. CLOCK wins</a:t>
            </a:r>
          </a:p>
          <a:p>
            <a:r>
              <a:t>clearly.</a:t>
            </a:r>
          </a:p>
          <a:p/>
          <a:p>
            <a:r>
              <a:t>Shortcut pointer: lets the owner skip the CXL index. +16% TPC-C,</a:t>
            </a:r>
          </a:p>
          <a:p>
            <a:r>
              <a:t>+8-24% YCSB 95R/5W. Substantial.</a:t>
            </a:r>
          </a:p>
          <a:p/>
          <a:p>
            <a:r>
              <a:t>is-dirty tracking: lets the owner read clean tuples from local DRAM</a:t>
            </a:r>
          </a:p>
          <a:p>
            <a:r>
              <a:t>rather than CXL. +60% on YCSB read-only at 10% multi-partition, +27%</a:t>
            </a:r>
          </a:p>
          <a:p>
            <a:r>
              <a:t>at 100%. Huge for read-heavy.</a:t>
            </a:r>
          </a:p>
          <a:p/>
          <a:p>
            <a:r>
              <a:t>Together these are what make Tigon frugal with CXL bandwidth.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wrap up with discussion and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 worth debating in Q&amp;A.</a:t>
            </a:r>
          </a:p>
          <a:p/>
          <a:p>
            <a:r>
              <a:t>Is the CAT assumption robust outside OLTP — e.g., for long-running</a:t>
            </a:r>
          </a:p>
          <a:p>
            <a:r>
              <a:t>analytical queries that touch huge scans? Probably not; the design</a:t>
            </a:r>
          </a:p>
          <a:p>
            <a:r>
              <a:t>is specifically for OLTP.</a:t>
            </a:r>
          </a:p>
          <a:p/>
          <a:p>
            <a:r>
              <a:t>What happens at 32 or 64 hosts? The SWcc-bitmap is 16 bits today.</a:t>
            </a:r>
          </a:p>
          <a:p>
            <a:r>
              <a:t>HWcc region is finite. Scaling out the CXL pod is an open question.</a:t>
            </a:r>
          </a:p>
          <a:p/>
          <a:p>
            <a:r>
              <a:t>SWcc requires database-side code changes. Is it reusable by other</a:t>
            </a:r>
          </a:p>
          <a:p>
            <a:r>
              <a:t>applications? Probably not directly — you'd redo the co-design per</a:t>
            </a:r>
          </a:p>
          <a:p>
            <a:r>
              <a:t>system.</a:t>
            </a:r>
          </a:p>
          <a:p/>
          <a:p>
            <a:r>
              <a:t>No real HW today — the eval is on emulated CXL. Numbers are indicative</a:t>
            </a:r>
          </a:p>
          <a:p>
            <a:r>
              <a:t>but not final.</a:t>
            </a:r>
          </a:p>
          <a:p/>
          <a:p>
            <a:r>
              <a:t>2PL + NO_WAIT: abort rate under very high contention could be an</a:t>
            </a:r>
          </a:p>
          <a:p>
            <a:r>
              <a:t>issue.</a:t>
            </a:r>
          </a:p>
          <a:p/>
          <a:p>
            <a:r>
              <a:t>Failure model: a CXL pod shares a memory device. That device's</a:t>
            </a:r>
          </a:p>
          <a:p>
            <a:r>
              <a:t>failure takes down the pod. Is that acceptable? Pasha (the architecture</a:t>
            </a:r>
          </a:p>
          <a:p>
            <a:r>
              <a:t>paper) and CXL-SHM study partial-failure models — worth reading</a:t>
            </a:r>
          </a:p>
          <a:p>
            <a:r>
              <a:t>alongside.</a:t>
            </a:r>
          </a:p>
          <a:p/>
          <a:p>
            <a:r>
              <a:t>OCC/MVCC on CXL pods: left as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Takeaways.</a:t>
            </a:r>
          </a:p>
          <a:p/>
          <a:p>
            <a:r>
              <a:t>One: CXL pods are a genuinely new architectural point. Treating them</a:t>
            </a:r>
          </a:p>
          <a:p>
            <a:r>
              <a:t>like a faster network misses the opportunity.</a:t>
            </a:r>
          </a:p>
          <a:p/>
          <a:p>
            <a:r>
              <a:t>Two: the right abstraction for distributed OLTP on a CXL pod is</a:t>
            </a:r>
          </a:p>
          <a:p>
            <a:r>
              <a:t>shared memory with atomic ops, not message passing.</a:t>
            </a:r>
          </a:p>
          <a:p/>
          <a:p>
            <a:r>
              <a:t>Three: convert messages into atomic ops. That's what kills 2PC.</a:t>
            </a:r>
          </a:p>
          <a:p/>
          <a:p>
            <a:r>
              <a:t>Four: be stingy with hardware cache coherence — it's fundamentally</a:t>
            </a:r>
          </a:p>
          <a:p>
            <a:r>
              <a:t>limited by silicon area. Co-design a software coherence protocol for</a:t>
            </a:r>
          </a:p>
          <a:p>
            <a:r>
              <a:t>the bulk of your data.</a:t>
            </a:r>
          </a:p>
          <a:p/>
          <a:p>
            <a:r>
              <a:t>Five: the results — 2.5x over the best optimized shared-nothing</a:t>
            </a:r>
          </a:p>
          <a:p>
            <a:r>
              <a:t>baseline, 18.5x over RDMA — suggest the approach is worth chasing</a:t>
            </a:r>
          </a:p>
          <a:p>
            <a:r>
              <a:t>further.</a:t>
            </a:r>
          </a:p>
          <a:p/>
          <a:p>
            <a:r>
              <a:t>This opens a research agenda: OCC and MVCC variants, handling larger</a:t>
            </a:r>
          </a:p>
          <a:p>
            <a:r>
              <a:t>pods, real hardware experiments once CXL 3.x with inter-host coherence</a:t>
            </a:r>
          </a:p>
          <a:p>
            <a:r>
              <a:t>ships, and better failure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Happy to take questions.</a:t>
            </a:r>
          </a:p>
          <a:p/>
          <a:p>
            <a:r>
              <a:t>The paper is up at the OSDI 25 proceedings page, code is open source</a:t>
            </a:r>
          </a:p>
          <a:p>
            <a:r>
              <a:t>on GitHub. Related reading I found useful: Pasha at CIDR'25 (the</a:t>
            </a:r>
          </a:p>
          <a:p>
            <a:r>
              <a:t>architecture precursor from the same group), SiloR at SOSP'13 (the</a:t>
            </a:r>
          </a:p>
          <a:p>
            <a:r>
              <a:t>logging protocol Tigon adapts), Octopus (2025) on CXL memory pooling</a:t>
            </a:r>
          </a:p>
          <a:p>
            <a:r>
              <a:t>at scale, and Motor at OSDI'24 (the RDMA baseline).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871" y="3562708"/>
            <a:ext cx="5226218" cy="14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17502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5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741663"/>
            <a:ext cx="3659188" cy="898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23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2529642"/>
            <a:ext cx="8229600" cy="679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375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3098800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7994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7501" y="1111158"/>
            <a:ext cx="2721430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499" y="2856015"/>
            <a:ext cx="2721431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919350" y="1111158"/>
            <a:ext cx="2644240" cy="1744857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909453" y="2985224"/>
            <a:ext cx="2721431" cy="1971304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08916" y="1117911"/>
            <a:ext cx="2933203" cy="166173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75267" y="2985224"/>
            <a:ext cx="2952999" cy="1959926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8146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3325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2385978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5" r:id="rId3"/>
    <p:sldLayoutId id="2147483666" r:id="rId4"/>
    <p:sldLayoutId id="2147483654" r:id="rId5"/>
    <p:sldLayoutId id="2147483650" r:id="rId6"/>
    <p:sldLayoutId id="2147483652" r:id="rId7"/>
    <p:sldLayoutId id="2147483664" r:id="rId8"/>
    <p:sldLayoutId id="2147483659" r:id="rId9"/>
    <p:sldLayoutId id="2147483662" r:id="rId10"/>
    <p:sldLayoutId id="2147483660" r:id="rId11"/>
    <p:sldLayoutId id="214748366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Tigon: A Distributed Database for a CXL Pod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Yibo Huang, Haowei Chen, Newton Ni, Yan Sun, Vijay Chidambaram, Dixin Tang, Emmett Witchel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OSDI 2025  |  UT Austin &amp; UIUC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t>Presented by: Yan Wang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~60 minutes presentation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1. Background: CXL, CXL pods, and distributed transactional databases</a:t>
            </a:r>
          </a:p>
          <a:p>
            <a:pPr/>
            <a:r>
              <a:rPr sz="1800"/>
              <a:t>2. Research problem: Cross-host synchronization is expensive</a:t>
            </a:r>
          </a:p>
          <a:p>
            <a:pPr/>
            <a:r>
              <a:rPr sz="1800"/>
              <a:t>3. Existing solutions and why they fall short</a:t>
            </a:r>
          </a:p>
          <a:p>
            <a:pPr/>
            <a:r>
              <a:rPr sz="1800"/>
              <a:t>4. Tigon's design</a:t>
            </a:r>
          </a:p>
          <a:p>
            <a:pPr/>
            <a:r>
              <a:rPr sz="1800"/>
              <a:t>    Data organization &amp; software cache coherence</a:t>
            </a:r>
          </a:p>
          <a:p>
            <a:pPr lvl="1"/>
            <a:r>
              <a:rPr sz="1600"/>
              <a:t>Concurrency control (2PL + next-key locking)</a:t>
            </a:r>
          </a:p>
          <a:p>
            <a:pPr lvl="1"/>
            <a:r>
              <a:rPr sz="1600"/>
              <a:t>Logging &amp; recovery without 2PC</a:t>
            </a:r>
          </a:p>
          <a:p>
            <a:pPr/>
            <a:r>
              <a:rPr sz="1800"/>
              <a:t>5. Evaluation: TPC-C, YCSB, scalability, sensitivity studies</a:t>
            </a:r>
          </a:p>
          <a:p>
            <a:pPr/>
            <a:r>
              <a:rPr sz="1800"/>
              <a:t>6. Discussion &amp;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Distributed transactions, RDMA, and the arrival of CXL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Transactional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Decades of research, still a bottleneck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In-memory OLTP databases scale horizontally by partitioning data</a:t>
            </a:r>
          </a:p>
          <a:p>
            <a:pPr/>
            <a:r>
              <a:rPr sz="1800"/>
              <a:t>Transactions that touch a single partition are cheap and local</a:t>
            </a:r>
          </a:p>
          <a:p>
            <a:pPr/>
            <a:r>
              <a:rPr sz="1800"/>
              <a:t>Multi-partition transactions require cross-host coordination:</a:t>
            </a:r>
          </a:p>
          <a:p>
            <a:pPr lvl="1"/>
            <a:r>
              <a:rPr sz="1600"/>
              <a:t>Many message exchanges during execution</a:t>
            </a:r>
          </a:p>
          <a:p>
            <a:pPr lvl="1"/>
            <a:r>
              <a:rPr sz="1600"/>
              <a:t>Two-phase commit (2PC) at the end for atomicity</a:t>
            </a:r>
          </a:p>
          <a:p>
            <a:pPr/>
            <a:r>
              <a:rPr sz="1800"/>
              <a:t>Network latency dominates: one RTT ≈ microseconds</a:t>
            </a:r>
          </a:p>
          <a:p>
            <a:pPr lvl="1"/>
            <a:r>
              <a:rPr sz="1600"/>
              <a:t>= hundreds of DRAM access times</a:t>
            </a:r>
          </a:p>
          <a:p>
            <a:pPr/>
            <a:r>
              <a:rPr sz="1800"/>
              <a:t>Performance collapses as multi-partition ratio grows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Accelerating Distributed Transactions with RDMA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One-sided RDMA and disaggregated shared memory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RDMA bypasses the kernel: direct remote memory access</a:t>
            </a:r>
          </a:p>
          <a:p>
            <a:pPr/>
            <a:r>
              <a:rPr sz="1800"/>
              <a:t>Two popular directions:</a:t>
            </a:r>
          </a:p>
          <a:p>
            <a:pPr lvl="1"/>
            <a:r>
              <a:rPr sz="1600"/>
              <a:t>Optimize partition-based DBs with RDMA (FaRM, FaSST, DrTM, ...)</a:t>
            </a:r>
          </a:p>
          <a:p>
            <a:pPr lvl="1"/>
            <a:r>
              <a:rPr sz="1600"/>
              <a:t>Shared disaggregated memory DBs (FORD, Motor, ...)</a:t>
            </a:r>
          </a:p>
          <a:p>
            <a:pPr/>
            <a:r>
              <a:rPr sz="1800"/>
              <a:t>Still: RDMA latency is 1–2 orders of magnitude higher than local DRAM</a:t>
            </a:r>
          </a:p>
          <a:p>
            <a:pPr/>
            <a:r>
              <a:rPr sz="1800"/>
              <a:t>Every synchronization is a network round-trip in microseconds</a:t>
            </a:r>
          </a:p>
          <a:p>
            <a:pPr/>
            <a:r>
              <a:rPr sz="1800"/>
              <a:t>→ Even with RDMA, cross-host sync is the bottleneck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 Express Link (CXL)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A new, load/store-accessible memory fabric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600"/>
              <a:t>Open-standard interconnect over PCIe 5.0 / 6.0</a:t>
            </a:r>
          </a:p>
          <a:p>
            <a:pPr/>
            <a:r>
              <a:rPr sz="1600"/>
              <a:t>CXL.mem: CPUs access CXL memory via normal LD/ST</a:t>
            </a:r>
          </a:p>
          <a:p>
            <a:pPr/>
            <a:r>
              <a:rPr sz="1600"/>
              <a:t>CXL 1.1: one host per device (memory expansion)</a:t>
            </a:r>
          </a:p>
          <a:p>
            <a:pPr/>
            <a:r>
              <a:rPr sz="1600"/>
              <a:t>CXL 3.0 / 3.2: cacheline-granularity sharing across hosts with HW cache coherence</a:t>
            </a:r>
          </a:p>
          <a:p>
            <a:pPr/>
            <a:r>
              <a:rPr sz="1600"/>
              <a:t>Hardware prototypes exist: SK Hynix Niagara 2.0 (8 hosts), Microsoft (2 hosts)</a:t>
            </a:r>
          </a:p>
        </p:txBody>
      </p:sp>
      <p:pic>
        <p:nvPicPr>
          <p:cNvPr id="6" name="Picture 5" descr="figure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206240" cy="18163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CXL Pod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An intermediate between SMP and distributed systems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A small set of hosts (8–16) directly connected to a shared CXL memory</a:t>
            </a:r>
          </a:p>
          <a:p>
            <a:pPr/>
            <a:r>
              <a:rPr sz="1800"/>
              <a:t>Via a multi-headed device (MHD) — no switch required → low latency</a:t>
            </a:r>
          </a:p>
          <a:p>
            <a:pPr/>
            <a:r>
              <a:rPr sz="1800"/>
              <a:t>Each host has its own local DRAM (hardware cache coherent)</a:t>
            </a:r>
          </a:p>
          <a:p>
            <a:pPr/>
            <a:r>
              <a:rPr sz="1800"/>
              <a:t>All hosts see a shared CXL memory region with limited HW cache coherence</a:t>
            </a:r>
          </a:p>
          <a:p>
            <a:pPr/>
            <a:r>
              <a:rPr sz="1800"/>
              <a:t>Not quite SMP (inter-host coherence is expensive),</a:t>
            </a:r>
          </a:p>
          <a:p>
            <a:pPr/>
            <a:r>
              <a:rPr sz="1800"/>
              <a:t>Not quite distributed (memory is load/store-addressable)</a:t>
            </a:r>
          </a:p>
          <a:p>
            <a:pPr/>
            <a:r>
              <a:rPr sz="1800"/>
              <a:t>Tigon navigates this new tradeoff space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CXL Performance: The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Good — but not as good as local DRAM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Latency:  214–394 ns (CXL)  vs.  111–117 ns (local DRAM)</a:t>
            </a:r>
          </a:p>
          <a:p>
            <a:pPr/>
            <a:r>
              <a:rPr sz="1800"/>
              <a:t>Bandwidth:  18–52 GB/s (CXL)  vs.  218–246 GB/s (local DRAM, read-only)</a:t>
            </a:r>
          </a:p>
          <a:p>
            <a:pPr/>
            <a:r>
              <a:rPr sz="1800"/>
              <a:t>(Still 1–2 orders of magnitude better than RDMA for latency)</a:t>
            </a:r>
          </a:p>
          <a:p>
            <a:pPr/>
            <a:r>
              <a:rPr sz="1800"/>
              <a:t>Takeaway #1:  Cannot naively put all data on CXL memory</a:t>
            </a:r>
          </a:p>
          <a:p>
            <a:pPr/>
            <a:r>
              <a:rPr sz="1800"/>
              <a:t>Takeaway #2:  Must lean heavily on local DRAM for the hot path</a:t>
            </a:r>
          </a:p>
          <a:p>
            <a:pPr/>
            <a:r>
              <a:rPr sz="1800"/>
              <a:t>Takeaway #3:  Bandwidth is precious — minimize data movement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Hardware Cache Coherence is Limited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A practical, not theoretical, constraint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CXL 3.0+ supports inter-host HW cache coherence via back-invalidations</a:t>
            </a:r>
          </a:p>
          <a:p>
            <a:pPr/>
            <a:r>
              <a:rPr sz="1800"/>
              <a:t>But: coherence requires a snoop filter that tracks every cacheable line</a:t>
            </a:r>
          </a:p>
          <a:p>
            <a:pPr/>
            <a:r>
              <a:rPr sz="1800"/>
              <a:t>Snoop filter is expensive silicon — limited by area budget on the CXL controller</a:t>
            </a:r>
          </a:p>
          <a:p>
            <a:pPr/>
            <a:r>
              <a:rPr sz="1800"/>
              <a:t>AMD report (ISCA'24): only tens to hundreds of MBs can be kept HW-coherent</a:t>
            </a:r>
          </a:p>
          <a:p>
            <a:pPr/>
            <a:r>
              <a:rPr sz="1800"/>
              <a:t>Extreme example: Intel Granite Rapids 6980P would need 7.9 GB of tags for 16×504 MB</a:t>
            </a:r>
          </a:p>
          <a:p>
            <a:pPr/>
            <a:r>
              <a:rPr sz="1800"/>
              <a:t>Practical devices: ≤ a few hundred MB of HWcc memory</a:t>
            </a:r>
          </a:p>
          <a:p>
            <a:pPr/>
            <a:r>
              <a:rPr sz="1800"/>
              <a:t>→ Database synchronization structures must fit into a small HWcc budget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Research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Build an efficient distributed transactional DB on a CXL pod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Synchronize through memory, not through the network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Existing distributed DBs: synchronize concurrent cross-host accesses via messages</a:t>
            </a:r>
          </a:p>
          <a:p>
            <a:pPr/>
            <a:r>
              <a:rPr sz="1800"/>
              <a:t>Proposal: synchronize directly through shared memory using atomic ops on CXL</a:t>
            </a:r>
          </a:p>
          <a:p>
            <a:pPr/>
            <a:r>
              <a:rPr sz="1800"/>
              <a:t>Why now?  CXL 3.x makes load/store-addressable, cache-coherent shared memory real</a:t>
            </a:r>
          </a:p>
          <a:p>
            <a:pPr/>
            <a:r>
              <a:rPr sz="1800"/>
              <a:t>Why not trivial?  CXL has three hardware limitations we must confront:</a:t>
            </a:r>
          </a:p>
          <a:p>
            <a:pPr lvl="1"/>
            <a:r>
              <a:rPr sz="1600"/>
              <a:t>Higher latency than local DRAM</a:t>
            </a:r>
          </a:p>
          <a:p>
            <a:pPr lvl="1"/>
            <a:r>
              <a:rPr sz="1600"/>
              <a:t>Lower bandwidth than local DRAM</a:t>
            </a:r>
          </a:p>
          <a:p>
            <a:pPr lvl="1"/>
            <a:r>
              <a:rPr sz="1600"/>
              <a:t>Very limited HW-cache-coherent region</a:t>
            </a:r>
          </a:p>
          <a:p>
            <a:pPr/>
            <a:r>
              <a:rPr sz="1800"/>
              <a:t>Can we convert message exchanges into data-structure operations?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What a good CXL-pod database must achieve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G1. Match or beat single-partition performance of shared-nothing DBs when no sharing</a:t>
            </a:r>
          </a:p>
          <a:p>
            <a:pPr/>
            <a:r>
              <a:rPr sz="1800"/>
              <a:t>G2. Scale gracefully as the fraction of multi-partition transactions grows</a:t>
            </a:r>
          </a:p>
          <a:p>
            <a:pPr/>
            <a:r>
              <a:rPr sz="1800"/>
              <a:t>G3. Obey HWcc memory budget (tens–hundreds of MB) without killing performance</a:t>
            </a:r>
          </a:p>
          <a:p>
            <a:pPr/>
            <a:r>
              <a:rPr sz="1800"/>
              <a:t>G4. Use CXL bandwidth sparingly (bandwidth is the real bottleneck)</a:t>
            </a:r>
          </a:p>
          <a:p>
            <a:pPr/>
            <a:r>
              <a:rPr sz="1800"/>
              <a:t>G5. Preserve standard transaction semantics (serializability, durability, recovery)</a:t>
            </a:r>
          </a:p>
          <a:p>
            <a:pPr/>
            <a:r>
              <a:rPr sz="1800"/>
              <a:t>G6. Avoid 2PC and its hidden latency tax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Existing Solutions — and Why They Fall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Three strawmen we must do better than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1: Shared-Nothing + 2PC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Sundial, DS2PL, H-Store, Spanner, 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Partition data across hosts. Each host handles its partition.</a:t>
            </a:r>
          </a:p>
          <a:p>
            <a:pPr/>
            <a:r>
              <a:rPr sz="1800"/>
              <a:t>Multi-partition transactions: coordinator gathers remote ops, runs 2PC</a:t>
            </a:r>
          </a:p>
          <a:p>
            <a:pPr/>
            <a:r>
              <a:rPr sz="1800"/>
              <a:t>Why it falls short:</a:t>
            </a:r>
          </a:p>
          <a:p>
            <a:pPr lvl="1"/>
            <a:r>
              <a:rPr sz="1600"/>
              <a:t>Heavy messaging: read/write RPCs + prepare + commit (2 extra RTTs)</a:t>
            </a:r>
          </a:p>
          <a:p>
            <a:pPr lvl="1"/>
            <a:r>
              <a:rPr sz="1600"/>
              <a:t>Paper measures 3.3 – 4.1 messages/transaction for TPC-C 60/90</a:t>
            </a:r>
          </a:p>
          <a:p>
            <a:pPr lvl="1"/>
            <a:r>
              <a:rPr sz="1600"/>
              <a:t>Throughput drops sharply as multi-partition % grows</a:t>
            </a:r>
          </a:p>
          <a:p>
            <a:pPr/>
            <a:r>
              <a:rPr sz="1800"/>
              <a:t>Even with RDMA or CXL used only as a transport, performance remains limited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2: RDMA-based Shared Disaggregated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FORD, Motor, XSTORE, 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Compute and memory are separated; compute nodes read/write remote tuples via RDMA</a:t>
            </a:r>
          </a:p>
          <a:p>
            <a:pPr/>
            <a:r>
              <a:rPr sz="1800"/>
              <a:t>Avoids partitioning → no multi-partition problem, no 2PC</a:t>
            </a:r>
          </a:p>
          <a:p>
            <a:pPr/>
            <a:r>
              <a:rPr sz="1800"/>
              <a:t>Why it falls short:</a:t>
            </a:r>
          </a:p>
          <a:p>
            <a:pPr lvl="1"/>
            <a:r>
              <a:rPr sz="1600"/>
              <a:t>One-sided RDMA latency is in the microseconds — 10–100× local DRAM</a:t>
            </a:r>
          </a:p>
          <a:p>
            <a:pPr lvl="1"/>
            <a:r>
              <a:rPr sz="1600"/>
              <a:t>Every tuple access can be a network round-trip</a:t>
            </a:r>
          </a:p>
          <a:p>
            <a:pPr lvl="1"/>
            <a:r>
              <a:rPr sz="1600"/>
              <a:t>Motor’s published peak: ~100K TPC-C txn/s; our testbed: ~30K/s (bandwidth-bound)</a:t>
            </a:r>
          </a:p>
          <a:p>
            <a:pPr/>
            <a:r>
              <a:rPr sz="1800"/>
              <a:t>CXL memory is load/store-addressable and much faster — RDMA leaves perf on the table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3: CXL as a Faster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HydraRPC-style:  reuse CXL only for message passing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Keep shared-nothing architecture, just replace the network with CXL queues</a:t>
            </a:r>
          </a:p>
          <a:p>
            <a:pPr/>
            <a:r>
              <a:rPr sz="1800"/>
              <a:t>Paper’s improved baselines Sundial-CXL / DS2PL-CXL do exactly this</a:t>
            </a:r>
          </a:p>
          <a:p>
            <a:pPr/>
            <a:r>
              <a:rPr sz="1800"/>
              <a:t>Result:  2× improvement for TPC-C 60/90 (message RTT shrinks)</a:t>
            </a:r>
          </a:p>
          <a:p>
            <a:pPr/>
            <a:r>
              <a:rPr sz="1800"/>
              <a:t>Why it still falls short:</a:t>
            </a:r>
          </a:p>
          <a:p>
            <a:pPr lvl="1"/>
            <a:r>
              <a:rPr sz="1600"/>
              <a:t>You still exchange messages — just faster ones</a:t>
            </a:r>
          </a:p>
          <a:p>
            <a:pPr lvl="1"/>
            <a:r>
              <a:rPr sz="1600"/>
              <a:t>You still run 2PC</a:t>
            </a:r>
          </a:p>
          <a:p>
            <a:pPr lvl="1"/>
            <a:r>
              <a:rPr sz="1600"/>
              <a:t>You ignore the unique capability of CXL: shared memory with atomic ops</a:t>
            </a:r>
          </a:p>
          <a:p>
            <a:pPr/>
            <a:r>
              <a:rPr sz="1800"/>
              <a:t>Tigon asks: what if we eliminate messages on the critical path instead?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4: Put Everything on CXL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The obvious strawman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Every tuple lives in shared CXL memory; every host reads/writes directly</a:t>
            </a:r>
          </a:p>
          <a:p>
            <a:pPr/>
            <a:r>
              <a:rPr sz="1800"/>
              <a:t>Why it falls short:</a:t>
            </a:r>
          </a:p>
          <a:p>
            <a:pPr lvl="1"/>
            <a:r>
              <a:rPr sz="1600"/>
              <a:t>CXL is 1.6–3× slower than local DRAM (latency) → hot path suffers</a:t>
            </a:r>
          </a:p>
          <a:p>
            <a:pPr lvl="1"/>
            <a:r>
              <a:rPr sz="1600"/>
              <a:t>CXL bandwidth is ~13% of local DRAM → cores starve</a:t>
            </a:r>
          </a:p>
          <a:p>
            <a:pPr lvl="1"/>
            <a:r>
              <a:rPr sz="1600"/>
              <a:t>HW cache coherence only covers ~hundreds of MB → won’t fit the database</a:t>
            </a:r>
          </a:p>
          <a:p>
            <a:pPr/>
            <a:r>
              <a:rPr sz="1800"/>
              <a:t>→ Data placement must be careful: hot data local, shared data on CXL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Prior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Tigon occupies a new point in the design space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Partition + 2PC:  messaging bound, 2PC overhead</a:t>
            </a:r>
          </a:p>
          <a:p>
            <a:pPr/>
            <a:r>
              <a:rPr sz="1800"/>
              <a:t>RDMA disaggregated:  μs-scale per-access latency</a:t>
            </a:r>
          </a:p>
          <a:p>
            <a:pPr/>
            <a:r>
              <a:rPr sz="1800"/>
              <a:t>CXL as fast network:  still messaging, still 2PC</a:t>
            </a:r>
          </a:p>
          <a:p>
            <a:pPr/>
            <a:r>
              <a:rPr sz="1800"/>
              <a:t>Naive all-on-CXL:  violates HWcc budget, bandwidth starvation</a:t>
            </a:r>
          </a:p>
          <a:p>
            <a:pPr/>
            <a:r>
              <a:rPr sz="1800"/>
              <a:t>Insight behind Tigon:</a:t>
            </a:r>
          </a:p>
          <a:p>
            <a:pPr lvl="1"/>
            <a:r>
              <a:rPr sz="1600"/>
              <a:t>Only a tiny set of tuples is concurrently shared at any instant (the CAT)</a:t>
            </a:r>
          </a:p>
          <a:p>
            <a:pPr lvl="1"/>
            <a:r>
              <a:rPr sz="1600"/>
              <a:t>Keep the CAT in CXL memory; everything else local</a:t>
            </a:r>
          </a:p>
          <a:p>
            <a:pPr lvl="1"/>
            <a:r>
              <a:rPr sz="1600"/>
              <a:t>Convert cross-host messages into local atomic ops on shared structures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Tigon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The first distributed DB designed for a CXL pod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the Cross-host Active Tuple (CAT)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Working set of shared data is tiny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Databases can be huge, but at any instant only a few tuples are actively shared</a:t>
            </a:r>
          </a:p>
          <a:p>
            <a:pPr/>
            <a:r>
              <a:rPr sz="1800"/>
              <a:t>Why?  In-memory OLTP has ~#cores concurrent transactions, each touching a few tuples</a:t>
            </a:r>
          </a:p>
          <a:p>
            <a:pPr/>
            <a:r>
              <a:rPr sz="1800"/>
              <a:t>Back-of-envelope for TPC-C:  1000 cores × 39 tuples × ~190 B = ~7 MB</a:t>
            </a:r>
          </a:p>
          <a:p>
            <a:pPr/>
            <a:r>
              <a:rPr sz="1800"/>
              <a:t>This is exactly the size regime where HWcc memory can help</a:t>
            </a:r>
          </a:p>
          <a:p>
            <a:pPr/>
            <a:r>
              <a:rPr sz="1800"/>
              <a:t>Tigon’s north star:  keep the CAT in CXL memory, use atomic ops on it for sync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Tigon Architecture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Partitioned local DRAM + shared CXL memory</a:t>
            </a:r>
          </a:p>
        </p:txBody>
      </p:sp>
      <p:pic>
        <p:nvPicPr>
          <p:cNvPr id="4" name="Picture 3" descr="figure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35536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Transaction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From the paper's Figure 2</a:t>
            </a:r>
          </a:p>
        </p:txBody>
      </p:sp>
      <p:pic>
        <p:nvPicPr>
          <p:cNvPr id="4" name="Picture 3" descr="figure2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344334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Organization in Tigon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HWcc record vs. SWcc row</a:t>
            </a:r>
          </a:p>
        </p:txBody>
      </p:sp>
      <p:pic>
        <p:nvPicPr>
          <p:cNvPr id="4" name="Picture 3" descr="figure3_data_o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188720"/>
            <a:ext cx="8503920" cy="290420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8-Byte HWcc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Minimize HWcc footprint — everything frequently synced fits here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1 bit   HWcc-latch (mutual exclusion for the record)</a:t>
            </a:r>
          </a:p>
          <a:p>
            <a:pPr/>
            <a:r>
              <a:rPr sz="1800"/>
              <a:t>8 bit   2pl-lock (read count + write bit)</a:t>
            </a:r>
          </a:p>
          <a:p>
            <a:pPr/>
            <a:r>
              <a:rPr sz="1800"/>
              <a:t>1 bit   has-next-key (needed for correct next-key locking across hosts)</a:t>
            </a:r>
          </a:p>
          <a:p>
            <a:pPr/>
            <a:r>
              <a:rPr sz="1800"/>
              <a:t>1 bit   is-dirty (tuple modified since moved to CXL)</a:t>
            </a:r>
          </a:p>
          <a:p>
            <a:pPr/>
            <a:r>
              <a:rPr sz="1800"/>
              <a:t>1 bit   clock-bit (for CLOCK eviction)</a:t>
            </a:r>
          </a:p>
          <a:p>
            <a:pPr/>
            <a:r>
              <a:rPr sz="1800"/>
              <a:t>16 bit  SWcc-bitmap (per-host cacheability for SWcc row)</a:t>
            </a:r>
          </a:p>
          <a:p>
            <a:pPr/>
            <a:r>
              <a:rPr sz="1800"/>
              <a:t>36 bit  SWcc-row-ptr (offset pointer to the SWcc row)</a:t>
            </a:r>
          </a:p>
          <a:p>
            <a:pPr/>
            <a:r>
              <a:rPr sz="1800"/>
              <a:t>Design point: only latch + lock + tiny metadata need HW coherence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Indexes and the Shortcut Pointer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Fast path for owners, general path for non-owners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Each host has a local index in DRAM over its own partition</a:t>
            </a:r>
          </a:p>
          <a:p>
            <a:pPr/>
            <a:r>
              <a:rPr sz="1800"/>
              <a:t>An additional CXL index lives in HWcc memory for tuples in CXL memory</a:t>
            </a:r>
          </a:p>
          <a:p>
            <a:pPr/>
            <a:r>
              <a:rPr sz="1800"/>
              <a:t>For an owned tuple that has been moved to CXL, the local row caches a shortcut-ptr</a:t>
            </a:r>
          </a:p>
          <a:p>
            <a:pPr/>
            <a:r>
              <a:rPr sz="1800"/>
              <a:t>Owner hosts skip the CXL index using the shortcut pointer — saves CXL lookup</a:t>
            </a:r>
          </a:p>
          <a:p>
            <a:pPr/>
            <a:r>
              <a:rPr sz="1800"/>
              <a:t>Non-owners look up in the CXL index (synchronized via HWcc latches)</a:t>
            </a:r>
          </a:p>
          <a:p>
            <a:pPr/>
            <a:r>
              <a:rPr sz="1800"/>
              <a:t>Key challenge:  shortcut-ptr correctness under concurrent data movement</a:t>
            </a:r>
          </a:p>
          <a:p>
            <a:pPr lvl="1"/>
            <a:r>
              <a:rPr sz="1600"/>
              <a:t>Solution: local-latch on the local row serializes owner-side operations</a:t>
            </a:r>
          </a:p>
          <a:p>
            <a:pPr lvl="1"/>
            <a:r>
              <a:rPr sz="1600"/>
              <a:t>Non-owners can only drive moves via request messages, never directly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Cache Coherence (SWcc)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Make the large non-HWcc region usable for tuple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Problem:  most of CXL memory is NOT hardware cache coherent</a:t>
            </a:r>
          </a:p>
          <a:p>
            <a:pPr/>
            <a:r>
              <a:rPr sz="1800"/>
              <a:t>If hosts cache SWcc rows, stale data is possible</a:t>
            </a:r>
          </a:p>
          <a:p>
            <a:pPr/>
            <a:r>
              <a:rPr sz="1800"/>
              <a:t>Insight:  the database already has latches (HWcc-latch) gating every access</a:t>
            </a:r>
          </a:p>
          <a:p>
            <a:pPr/>
            <a:r>
              <a:rPr sz="1800"/>
              <a:t>Co-design the SW coherence protocol with the latch:</a:t>
            </a:r>
          </a:p>
          <a:p>
            <a:pPr lvl="1"/>
            <a:r>
              <a:rPr sz="1600"/>
              <a:t>Attach a 16-bit SWcc-bitmap to each HWcc record: one bit per host</a:t>
            </a:r>
          </a:p>
          <a:p>
            <a:pPr lvl="1"/>
            <a:r>
              <a:rPr sz="1600"/>
              <a:t>Reader: if my bit is set → cacheable load; else flush+reload, set my bit</a:t>
            </a:r>
          </a:p>
          <a:p>
            <a:pPr lvl="1"/>
            <a:r>
              <a:rPr sz="1600"/>
              <a:t>Writer: invalidate (unset) all other hosts' bits on write</a:t>
            </a:r>
          </a:p>
          <a:p>
            <a:pPr/>
            <a:r>
              <a:rPr sz="1800"/>
              <a:t>Coherence granularity = tuple (larger than a cacheline) → metadata cheap</a:t>
            </a:r>
          </a:p>
          <a:p>
            <a:pPr/>
            <a:r>
              <a:rPr sz="1800"/>
              <a:t>Result: database can use lots of SWcc memory with cacheable reads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Movement Policy: CLOCK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Cheap eviction that respects the HWcc budget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Non-owner access → request owner to move tuple to CXL memory</a:t>
            </a:r>
          </a:p>
          <a:p>
            <a:pPr/>
            <a:r>
              <a:rPr sz="1800"/>
              <a:t>HWcc memory fills up → evict least-likely-reused tuples back to local DRAM</a:t>
            </a:r>
          </a:p>
          <a:p>
            <a:pPr/>
            <a:r>
              <a:rPr sz="1800"/>
              <a:t>LRU is ideal but needs a linked list + metadata updates on every access</a:t>
            </a:r>
          </a:p>
          <a:p>
            <a:pPr/>
            <a:r>
              <a:rPr sz="1800"/>
              <a:t>Tigon uses CLOCK: a single reference bit per tuple</a:t>
            </a:r>
          </a:p>
          <a:p>
            <a:pPr lvl="1"/>
            <a:r>
              <a:rPr sz="1600"/>
              <a:t>Circular cursor scans tuples; bit set → clear and skip; bit clear → evict</a:t>
            </a:r>
          </a:p>
          <a:p>
            <a:pPr/>
            <a:r>
              <a:rPr sz="1800"/>
              <a:t>Evaluation: CLOCK uses ~25% less HWcc than LRU; 2.4× faster under budget pressure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Concurrency Control: 2PL with NO_WAIT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Single-host CC extended to shared CXL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Tigon uses strong strict 2PL (SS2PL) — acquire during exec, release on commit</a:t>
            </a:r>
          </a:p>
          <a:p>
            <a:pPr/>
            <a:r>
              <a:rPr sz="1800"/>
              <a:t>Read/write locks live in the 2pl-lock byte inside the HWcc record</a:t>
            </a:r>
          </a:p>
          <a:p>
            <a:pPr/>
            <a:r>
              <a:rPr sz="1800"/>
              <a:t>Acquired via atomic ops on HWcc memory — no messages needed</a:t>
            </a:r>
          </a:p>
          <a:p>
            <a:pPr/>
            <a:r>
              <a:rPr sz="1800"/>
              <a:t>NO_WAIT deadlock prevention: abort on lock conflict (prior work shows it scales best)</a:t>
            </a:r>
          </a:p>
          <a:p>
            <a:pPr/>
            <a:r>
              <a:rPr sz="1800"/>
              <a:t>Standard OCC/MVCC left as future work (they add complexity under CXL pod model)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Avoiding Phantoms: Enhanced Next-Key 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Serializable ranges across hosts, with a partial CXL index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Classic next-key lock: lock the next key in the ordered index on insert/delete/scan</a:t>
            </a:r>
          </a:p>
          <a:p>
            <a:pPr/>
            <a:r>
              <a:rPr sz="1800"/>
              <a:t>Challenge: CXL index is a subset of the host's local index</a:t>
            </a:r>
          </a:p>
          <a:p>
            <a:pPr lvl="1"/>
            <a:r>
              <a:rPr sz="1600"/>
              <a:t>The 'next key' in CXL index may not be the true next key!</a:t>
            </a:r>
          </a:p>
          <a:p>
            <a:pPr/>
            <a:r>
              <a:rPr sz="1800"/>
              <a:t>Solution: add has-next-key bit per CXL-index entry</a:t>
            </a:r>
          </a:p>
          <a:p>
            <a:pPr lvl="1"/>
            <a:r>
              <a:rPr sz="1600"/>
              <a:t>Set if next-in-CXL-index == next-in-local-index</a:t>
            </a:r>
          </a:p>
          <a:p>
            <a:pPr lvl="1"/>
            <a:r>
              <a:rPr sz="1600"/>
              <a:t>Maintained on insert/delete/move events</a:t>
            </a:r>
          </a:p>
          <a:p>
            <a:pPr/>
            <a:r>
              <a:rPr sz="1800"/>
              <a:t>If the bit isn’t set, ask the remote host to move the real next key to CXL</a:t>
            </a:r>
          </a:p>
          <a:p>
            <a:pPr/>
            <a:r>
              <a:rPr sz="1800"/>
              <a:t>Paper: phantom-avoidance costs 10–12% throughput (reasonable)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&amp; Recovery Without 2PC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Adapt SiloR’s epoch-group-commit to 2PL + CAT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Observation 1:  by keeping the CAT in CXL memory, a single host can complete and log all tuple modifications of its transaction</a:t>
            </a:r>
          </a:p>
          <a:p>
            <a:pPr/>
            <a:r>
              <a:rPr sz="1800"/>
              <a:t>Observation 2:  indexes can be reconstructed from tuples → no need to log index changes</a:t>
            </a:r>
          </a:p>
          <a:p>
            <a:pPr/>
            <a:r>
              <a:rPr sz="1800"/>
              <a:t>→ One host logs all effects → no 2PC!</a:t>
            </a:r>
          </a:p>
          <a:p>
            <a:pPr/>
            <a:r>
              <a:rPr sz="1800"/>
              <a:t>Borrowed from SiloR [Zheng'14]:</a:t>
            </a:r>
          </a:p>
          <a:p>
            <a:pPr lvl="1"/>
            <a:r>
              <a:rPr sz="1600"/>
              <a:t>Epoch-based group commit (transactions batch into 10 ms epochs)</a:t>
            </a:r>
          </a:p>
          <a:p>
            <a:pPr lvl="1"/>
            <a:r>
              <a:rPr sz="1600"/>
              <a:t>Parallel value logging: each worker writes its own log buffer to local SSD</a:t>
            </a:r>
          </a:p>
          <a:p>
            <a:pPr/>
            <a:r>
              <a:rPr sz="1800"/>
              <a:t>Each tuple carries (epoch, version); tuple with highest (epoch, version) wins on recovery</a:t>
            </a:r>
          </a:p>
          <a:p>
            <a:pPr/>
            <a:r>
              <a:rPr sz="1800"/>
              <a:t>A global epoch counter lives in HWcc memory — synchronization is ~negligible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Open source:  github.com/ut-datasys/tigon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C++ on top of Lotus (≈18K LoC); ≈5K new LoC for Tigon</a:t>
            </a:r>
          </a:p>
          <a:p>
            <a:pPr/>
            <a:r>
              <a:rPr sz="1800"/>
              <a:t>API:  read, write, insert, delete, range query + parameterized transactions</a:t>
            </a:r>
          </a:p>
          <a:p>
            <a:pPr/>
            <a:r>
              <a:rPr sz="1800"/>
              <a:t>B+-tree with optimistic crabbing (extended with next-key locking)</a:t>
            </a:r>
          </a:p>
          <a:p>
            <a:pPr/>
            <a:r>
              <a:rPr sz="1800"/>
              <a:t>Offset pointers → CXL-resident structures are position-independent</a:t>
            </a:r>
          </a:p>
          <a:p>
            <a:pPr/>
            <a:r>
              <a:rPr sz="1800"/>
              <a:t>CXL memory exposed as a CPU-less NUMA node; modified mimalloc allocator</a:t>
            </a:r>
          </a:p>
          <a:p>
            <a:pPr/>
            <a:r>
              <a:rPr sz="1800"/>
              <a:t>CXL transport:  lock-free MPSC ring buffers (metadata in HWcc, payload in non-HWcc)</a:t>
            </a:r>
          </a:p>
          <a:p>
            <a:pPr/>
            <a:r>
              <a:rPr sz="1800"/>
              <a:t>Epoch-based reclamation (EBR) via per-worker epoch counters in HWcc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TPC-C, YCSB, scalability, sensitivity, ablations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Emulated CXL pod on a single Intel server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Hardware:  Intel Xeon Platinum 8568Y+, 512 GB DRAM, 128 GB CXL 1.1 (PCIe 5.0 x8)</a:t>
            </a:r>
          </a:p>
          <a:p>
            <a:pPr/>
            <a:r>
              <a:rPr sz="1800"/>
              <a:t>Measured:  CXL latency 259 ns vs DRAM 159 ns; CXL BW 31.8 GB/s vs DRAM 238 GB/s</a:t>
            </a:r>
          </a:p>
          <a:p>
            <a:pPr/>
            <a:r>
              <a:rPr sz="1800"/>
              <a:t>Emulation:  8 VMs share the CXL device; inter-VM coherence ≈ inter-host coherence</a:t>
            </a:r>
          </a:p>
          <a:p>
            <a:pPr/>
            <a:r>
              <a:rPr sz="1800"/>
              <a:t>HWcc budget:  capped to 200 MB (varied in sensitivity study)</a:t>
            </a:r>
          </a:p>
          <a:p>
            <a:pPr/>
            <a:r>
              <a:rPr sz="1800"/>
              <a:t>Baselines:</a:t>
            </a:r>
          </a:p>
          <a:p>
            <a:pPr lvl="1"/>
            <a:r>
              <a:rPr sz="1600"/>
              <a:t>Sundial+, DS2PL+:  optimized shared-nothing DBs with CXL transport</a:t>
            </a:r>
          </a:p>
          <a:p>
            <a:pPr lvl="1"/>
            <a:r>
              <a:rPr sz="1600"/>
              <a:t>Motor:  RDMA-based shared disaggregated memory DB</a:t>
            </a:r>
          </a:p>
          <a:p>
            <a:pPr/>
            <a:r>
              <a:rPr sz="1800"/>
              <a:t>Workloads:  full TPC-C (24 warehouses);  YCSB-like (2.4M keys, Zipf 0.7/0.99)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'Improved' Baselines?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Make the comparison genuinely fair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Baselines originally use TCP/RDMA as transport — unfair vs CXL-native Tigon</a:t>
            </a:r>
          </a:p>
          <a:p>
            <a:pPr/>
            <a:r>
              <a:rPr sz="1800"/>
              <a:t>Enhancements applied to Sundial and DS2PL:</a:t>
            </a:r>
          </a:p>
          <a:p>
            <a:pPr lvl="1"/>
            <a:r>
              <a:rPr sz="1600"/>
              <a:t>Replace network transport with CXL message queues (Sundial-CXL, DS2PL-CXL) — +2× at 60/90</a:t>
            </a:r>
          </a:p>
          <a:p>
            <a:pPr lvl="1"/>
            <a:r>
              <a:rPr sz="1600"/>
              <a:t>Convert the freed I/O thread into an extra worker thread (Sundial+, DS2PL+)</a:t>
            </a:r>
          </a:p>
          <a:p>
            <a:pPr lvl="1"/>
            <a:r>
              <a:rPr sz="1600"/>
              <a:t>Added logging, phantom avoidance, and full TPC-C coverage (5 txns)</a:t>
            </a:r>
          </a:p>
          <a:p>
            <a:pPr/>
            <a:r>
              <a:rPr sz="1800"/>
              <a:t>Total: baselines are up to 4.2× faster than their original forms</a:t>
            </a:r>
          </a:p>
          <a:p>
            <a:pPr/>
            <a:r>
              <a:rPr sz="1800"/>
              <a:t>All comparisons below are Tigon vs. these improved baselines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End-to-End: TPC-C Throughput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Varying % multi-partition transactions</a:t>
            </a:r>
          </a:p>
        </p:txBody>
      </p:sp>
      <p:pic>
        <p:nvPicPr>
          <p:cNvPr id="4" name="Picture 3" descr="figure4_tpcc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188720"/>
            <a:ext cx="8503920" cy="207125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TPC-C: Where Tigon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No messages on the critical path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At 60/90 multi-partition ratio:</a:t>
            </a:r>
          </a:p>
          <a:p>
            <a:pPr lvl="1"/>
            <a:r>
              <a:rPr sz="1600"/>
              <a:t>Sundial+ / DS2PL+ send 3.3 and 4.1 messages per txn</a:t>
            </a:r>
          </a:p>
          <a:p>
            <a:pPr lvl="1"/>
            <a:r>
              <a:rPr sz="1600"/>
              <a:t>Tigon sends 0 on the critical path — sync via atomic ops on HWcc</a:t>
            </a:r>
          </a:p>
          <a:p>
            <a:pPr/>
            <a:r>
              <a:rPr sz="1800"/>
              <a:t>CUSTOMER and STOCK tables get hot → Tigon moves 720K+2.4M tuples into CXL during warmup</a:t>
            </a:r>
          </a:p>
          <a:p>
            <a:pPr lvl="1"/>
            <a:r>
              <a:rPr sz="1600"/>
              <a:t>176 MB HWcc + 1.6 GB CXL total</a:t>
            </a:r>
          </a:p>
          <a:p>
            <a:pPr/>
            <a:r>
              <a:rPr sz="1800"/>
              <a:t>No data moves back during the run → CLOCK policy never triggers</a:t>
            </a:r>
          </a:p>
          <a:p>
            <a:pPr/>
            <a:r>
              <a:rPr sz="1800"/>
              <a:t>Vs. Motor: bandwidth of 25 Gbps NIC is the bottleneck; peak ≈ 30 K/s</a:t>
            </a:r>
          </a:p>
          <a:p>
            <a:pPr lvl="1"/>
            <a:r>
              <a:rPr sz="1600"/>
              <a:t>Even with a better NIC, Motor paper reports ≤100 K/s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End-to-End: YCSB Throughput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4 read/write mixes × varying multi-partition %</a:t>
            </a:r>
          </a:p>
        </p:txBody>
      </p:sp>
      <p:pic>
        <p:nvPicPr>
          <p:cNvPr id="4" name="Picture 3" descr="figure5_ycs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033" y="1188720"/>
            <a:ext cx="415793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YCSB: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Larger wins on higher contention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At 0% multi-partition:  all systems within 3.3% (no cross-host sync)</a:t>
            </a:r>
          </a:p>
          <a:p>
            <a:pPr/>
            <a:r>
              <a:rPr sz="1800"/>
              <a:t>At 100% multi-partition:</a:t>
            </a:r>
          </a:p>
          <a:p>
            <a:pPr lvl="1"/>
            <a:r>
              <a:rPr sz="1600"/>
              <a:t>Read-only:  Tigon 2.0×–2.3× over Sundial+</a:t>
            </a:r>
          </a:p>
          <a:p>
            <a:pPr lvl="1"/>
            <a:r>
              <a:rPr sz="1600"/>
              <a:t>50R/50W:  Tigon 2.7× over Sundial+, 3.5× over DS2PL+ (Zipf 0.99)</a:t>
            </a:r>
          </a:p>
          <a:p>
            <a:pPr lvl="1"/>
            <a:r>
              <a:rPr sz="1600"/>
              <a:t>Motor:  5.4×–14.3× slower than Tigon</a:t>
            </a:r>
          </a:p>
          <a:p>
            <a:pPr/>
            <a:r>
              <a:rPr sz="1800"/>
              <a:t>Tigon moves all 2.4M tuples to CXL (112 MB HWcc + 2.6 GB CXL) — fits in budget</a:t>
            </a:r>
          </a:p>
          <a:p>
            <a:pPr/>
            <a:r>
              <a:rPr sz="1800"/>
              <a:t>Large win on writes:  atomic-op writes beat message-based sync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Scalability: 1 → 8 Hosts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TPC-C 60/90 and YCSB 95R/5W, 100% multi-partition</a:t>
            </a:r>
          </a:p>
        </p:txBody>
      </p:sp>
      <p:pic>
        <p:nvPicPr>
          <p:cNvPr id="4" name="Picture 3" descr="figure6_sca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303535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Sensitivity: HWcc Memory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Even 50 MB works for TPC-C</a:t>
            </a:r>
          </a:p>
        </p:txBody>
      </p:sp>
      <p:pic>
        <p:nvPicPr>
          <p:cNvPr id="4" name="Picture 3" descr="figure7_hwcc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302280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 Realistic Inter-Host Coherence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Conservative estimate of back-invalidation penalty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Testbed uses intra-socket coherence — optimistic vs real CXL back-invalidations</a:t>
            </a:r>
          </a:p>
          <a:p>
            <a:pPr/>
            <a:r>
              <a:rPr sz="1800"/>
              <a:t>Paper can only count software invalidations (no HW counter): 12 M / 82 M = 14.5% of accesses</a:t>
            </a:r>
          </a:p>
          <a:p>
            <a:pPr/>
            <a:r>
              <a:rPr sz="1800"/>
              <a:t>Assume back-invalidations are 4× slower than our intra-socket measurements</a:t>
            </a:r>
          </a:p>
          <a:p>
            <a:pPr/>
            <a:r>
              <a:rPr sz="1800"/>
              <a:t>Net effect:  Tigon throughput –41.4%</a:t>
            </a:r>
          </a:p>
          <a:p>
            <a:pPr/>
            <a:r>
              <a:rPr sz="1800"/>
              <a:t>Even then: Tigon still beats Sundial+ (+2.8%), DS2PL+ (+45%), Motor (9.6×)</a:t>
            </a:r>
          </a:p>
          <a:p>
            <a:pPr/>
            <a:r>
              <a:rPr sz="1800"/>
              <a:t>Tigon’s design principle (small HWcc region) protects it from HW coherence costs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Software Cache Coherence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Four configurations compared</a:t>
            </a:r>
          </a:p>
        </p:txBody>
      </p:sp>
      <p:pic>
        <p:nvPicPr>
          <p:cNvPr id="4" name="Picture 3" descr="figure8_sw_coh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303535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Epoch vs. Throughput/Latency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Group commit is the right tradeoff</a:t>
            </a:r>
          </a:p>
        </p:txBody>
      </p:sp>
      <p:pic>
        <p:nvPicPr>
          <p:cNvPr id="4" name="Picture 3" descr="table1_logging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321173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Ablations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Each piece pulls its weight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CLOCK vs. LRU:</a:t>
            </a:r>
          </a:p>
          <a:p>
            <a:pPr lvl="1"/>
            <a:r>
              <a:rPr sz="1600"/>
              <a:t>LRU needs 33% more HWcc; 2.4× slower under HWcc pressure</a:t>
            </a:r>
          </a:p>
          <a:p>
            <a:pPr lvl="1"/>
            <a:r>
              <a:rPr sz="1600"/>
              <a:t>Under unlimited HWcc, LRU still 17% slower (lock contention on LRU list)</a:t>
            </a:r>
          </a:p>
          <a:p>
            <a:pPr/>
            <a:r>
              <a:rPr sz="1800"/>
              <a:t>Shortcut pointer (owner-side fast path):</a:t>
            </a:r>
          </a:p>
          <a:p>
            <a:pPr lvl="1"/>
            <a:r>
              <a:rPr sz="1600"/>
              <a:t>+16% on TPC-C, +8–24% on YCSB 95R/5W</a:t>
            </a:r>
          </a:p>
          <a:p>
            <a:pPr/>
            <a:r>
              <a:rPr sz="1800"/>
              <a:t>is-dirty (read clean tuples from local DRAM):</a:t>
            </a:r>
          </a:p>
          <a:p>
            <a:pPr lvl="1"/>
            <a:r>
              <a:rPr sz="1600"/>
              <a:t>+60% YCSB read-only at 10% multi-partition; +27% at 100%</a:t>
            </a:r>
          </a:p>
          <a:p>
            <a:pPr/>
            <a:r>
              <a:rPr sz="1800"/>
              <a:t>Together these are what make Tigon frugal with CXL bandwidth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Discussion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What did we learn? What's next?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Questions worth debating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Is the CAT assumption robust to analytical / long-running transactions?</a:t>
            </a:r>
          </a:p>
          <a:p>
            <a:pPr/>
            <a:r>
              <a:rPr sz="1800"/>
              <a:t>What happens at 32+ hosts?  SWcc-bitmap is 16-bit; HWcc size is fixed by silicon</a:t>
            </a:r>
          </a:p>
          <a:p>
            <a:pPr/>
            <a:r>
              <a:rPr sz="1800"/>
              <a:t>Co-design or decouple:  SW coherence requires DB-side changes — reusable by other apps?</a:t>
            </a:r>
          </a:p>
          <a:p>
            <a:pPr/>
            <a:r>
              <a:rPr sz="1800"/>
              <a:t>Real CXL 3.x hardware doesn’t exist yet with HW coherence — evaluation extrapolates</a:t>
            </a:r>
          </a:p>
          <a:p>
            <a:pPr/>
            <a:r>
              <a:rPr sz="1800"/>
              <a:t>2PL + NO_WAIT — abort rates under very high contention?</a:t>
            </a:r>
          </a:p>
          <a:p>
            <a:pPr/>
            <a:r>
              <a:rPr sz="1800"/>
              <a:t>Failure model: single-machine correlated failure undermines the pod (shared memory device)</a:t>
            </a:r>
          </a:p>
          <a:p>
            <a:pPr/>
            <a:r>
              <a:rPr sz="1800"/>
              <a:t>Compare against OCC/MVCC-based CXL designs as they emerge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Why this paper matters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CXL pods are a new architectural point — not SMP, not fully distributed</a:t>
            </a:r>
          </a:p>
          <a:p>
            <a:pPr/>
            <a:r>
              <a:rPr sz="1800"/>
              <a:t>The right abstraction for databases is NOT 'CXL as a faster network'</a:t>
            </a:r>
          </a:p>
          <a:p>
            <a:pPr/>
            <a:r>
              <a:rPr sz="1800"/>
              <a:t>Turn messages into atomic ops on shared structures — eliminate 2PC</a:t>
            </a:r>
          </a:p>
          <a:p>
            <a:pPr/>
            <a:r>
              <a:rPr sz="1800"/>
              <a:t>Be stingy with HWcc memory:  co-design a software coherence protocol for the bulk</a:t>
            </a:r>
          </a:p>
          <a:p>
            <a:pPr/>
            <a:r>
              <a:rPr sz="1800"/>
              <a:t>Result: up to 2.5× over optimized shared-nothing baselines, 18.5× over RDMA DBs</a:t>
            </a:r>
          </a:p>
          <a:p>
            <a:pPr/>
            <a:r>
              <a:rPr sz="1800"/>
              <a:t>Opens a research agenda: OCC/MVCC on CXL pods, larger pods, real HW experiments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800"/>
              <a:t>Paper:  https://www.usenix.org/conference/osdi25/presentation/huang-yibo</a:t>
            </a:r>
          </a:p>
          <a:p>
            <a:pPr/>
            <a:r>
              <a:rPr sz="1800"/>
              <a:t>Code:   https://github.com/ut-datasys/tigon</a:t>
            </a:r>
          </a:p>
          <a:p>
            <a:pPr/>
            <a:r>
              <a:rPr sz="1800"/>
              <a:t>Related papers worth reading:</a:t>
            </a:r>
          </a:p>
          <a:p>
            <a:pPr lvl="1"/>
            <a:r>
              <a:rPr sz="1600"/>
              <a:t>Pasha (CIDR'25) — CXL-pod DB architecture (same authors)</a:t>
            </a:r>
          </a:p>
          <a:p>
            <a:pPr lvl="1"/>
            <a:r>
              <a:rPr sz="1600"/>
              <a:t>SiloR (SOSP'13) — the logging protocol Tigon adapts</a:t>
            </a:r>
          </a:p>
          <a:p>
            <a:pPr lvl="1"/>
            <a:r>
              <a:rPr sz="1600"/>
              <a:t>Octopus (2025) — CXL memory pooling, relevant failure models</a:t>
            </a:r>
          </a:p>
          <a:p>
            <a:pPr lvl="1"/>
            <a:r>
              <a:rPr sz="1600"/>
              <a:t>Motor (OSDI'24) — the RDMA-disaggregated baseline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E8C2F9B7856C4FB1B45376C9CA1279" ma:contentTypeVersion="12" ma:contentTypeDescription="Create a new document." ma:contentTypeScope="" ma:versionID="47b510a268ab94799d39988294a018bf">
  <xsd:schema xmlns:xsd="http://www.w3.org/2001/XMLSchema" xmlns:xs="http://www.w3.org/2001/XMLSchema" xmlns:p="http://schemas.microsoft.com/office/2006/metadata/properties" xmlns:ns2="56169281-d10e-4687-8d86-e0ae9795bb4c" xmlns:ns3="d98033a5-711e-4d41-9a92-34dc22feb152" targetNamespace="http://schemas.microsoft.com/office/2006/metadata/properties" ma:root="true" ma:fieldsID="430f78a0ddeb4ad93cb2cb32c7d65c5c" ns2:_="" ns3:_="">
    <xsd:import namespace="56169281-d10e-4687-8d86-e0ae9795bb4c"/>
    <xsd:import namespace="d98033a5-711e-4d41-9a92-34dc22feb1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169281-d10e-4687-8d86-e0ae9795bb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8033a5-711e-4d41-9a92-34dc22feb15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99CAED-701D-44BF-B45E-0631AD0D07E6}">
  <ds:schemaRefs>
    <ds:schemaRef ds:uri="56169281-d10e-4687-8d86-e0ae9795bb4c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d98033a5-711e-4d41-9a92-34dc22feb152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F4F739-B76C-4907-A1E7-133652B3E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169281-d10e-4687-8d86-e0ae9795bb4c"/>
    <ds:schemaRef ds:uri="d98033a5-711e-4d41-9a92-34dc22feb1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UTA Accessible Template</Template>
  <TotalTime>876</TotalTime>
  <Words>1625</Words>
  <Application>Microsoft Macintosh PowerPoint</Application>
  <PresentationFormat>On-screen Show (16:9)</PresentationFormat>
  <Paragraphs>258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Helvetica</vt:lpstr>
      <vt:lpstr>Wingdings</vt:lpstr>
      <vt:lpstr>UTA Accessible Template</vt:lpstr>
      <vt:lpstr>UTA Logo on blue background</vt:lpstr>
      <vt:lpstr>Get Started</vt:lpstr>
      <vt:lpstr>Get Started</vt:lpstr>
      <vt:lpstr>Tips and Tricks</vt:lpstr>
      <vt:lpstr>Working with Text</vt:lpstr>
      <vt:lpstr>Working with Text</vt:lpstr>
      <vt:lpstr>Working with Visual Elements</vt:lpstr>
      <vt:lpstr>Working with Colors</vt:lpstr>
      <vt:lpstr>Accessible Content</vt:lpstr>
      <vt:lpstr>Option 1:  Accessible Slide Deck</vt:lpstr>
      <vt:lpstr>Option 1:  Accessible Slide Deck</vt:lpstr>
      <vt:lpstr>Option 1:  Alt-Tagging Visuals</vt:lpstr>
      <vt:lpstr>Option 1:  Captioning Videos</vt:lpstr>
      <vt:lpstr>Option 1:  Choosing Colors</vt:lpstr>
      <vt:lpstr>Option 1:  Choosing Colors</vt:lpstr>
      <vt:lpstr>Option 1:  Copying Content</vt:lpstr>
      <vt:lpstr>Option 1:  Copying Content</vt:lpstr>
      <vt:lpstr>Option 2:  Provide a Document</vt:lpstr>
      <vt:lpstr>Option 2:  Provide a Document</vt:lpstr>
      <vt:lpstr>Option 2:  Copying Content</vt:lpstr>
      <vt:lpstr>Option 2:  Copying Content</vt:lpstr>
      <vt:lpstr>More Information on Accessibility</vt:lpstr>
      <vt:lpstr>More Information on Accessibility</vt:lpstr>
      <vt:lpstr>Example Title Goes Here</vt:lpstr>
      <vt:lpstr>Example Title Goes Here</vt:lpstr>
      <vt:lpstr>Demo Only</vt:lpstr>
      <vt:lpstr>Demo Title</vt:lpstr>
      <vt:lpstr>Regular Content Slide</vt:lpstr>
      <vt:lpstr>Demo Two Content</vt:lpstr>
      <vt:lpstr>Demo Two Content</vt:lpstr>
      <vt:lpstr>Demo Demo Demo</vt:lpstr>
      <vt:lpstr>Large Demo Table</vt:lpstr>
      <vt:lpstr>Photo of Oak Trees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Melissa J</dc:creator>
  <cp:lastModifiedBy>Tackett, Mike</cp:lastModifiedBy>
  <cp:revision>82</cp:revision>
  <dcterms:created xsi:type="dcterms:W3CDTF">2021-08-31T19:16:02Z</dcterms:created>
  <dcterms:modified xsi:type="dcterms:W3CDTF">2022-11-08T15:22:52Z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0x0101006AE8C2F9B7856C4FB1B45376C9CA1279</vt:lpwstr>
  </property>
</Properties>
</file>