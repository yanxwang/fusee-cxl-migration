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65C0"/>
                </a:solidFill>
              </a:rPr>
              <a:t>Step 2.0 — Initial state: lock is FREE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365760"/>
            <a:ext cx="640080" cy="640080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1280160"/>
          </a:xfrm>
          <a:prstGeom prst="roundRect">
            <a:avLst/>
          </a:prstGeom>
          <a:solidFill>
            <a:srgbClr val="BBDEFB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65C0"/>
                </a:solidFill>
              </a:rPr>
              <a:t>Node 0 (id=0)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Node 0 wants to acquire
SlotLock[12345].lock
(LFM mutex on CXL)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14400"/>
            <a:ext cx="5486400" cy="411480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CXL: shm_mutex_t (LFM)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813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4813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0 wants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7190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(no one wants 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5740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75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0756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0756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1 wants 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65176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70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6700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6700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2 wants 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24612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644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264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2644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last to write 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5021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(0 = uninitialized)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84048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858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858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current 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0965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(0 = no owner)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94960"/>
            <a:ext cx="10972800" cy="11887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486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LFM convention: id=0 is encoded as 1, id=1 as 2, etc. So "value 0" means "no node".
All variables on separate cache lines. Initially: nobody is competing, nobody owns the lock.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65C0"/>
                </a:solidFill>
              </a:rPr>
              <a:t>Step 2.1 — b[0] := 1  (announce intent)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365760"/>
            <a:ext cx="640080" cy="640080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1280160"/>
          </a:xfrm>
          <a:prstGeom prst="roundRect">
            <a:avLst/>
          </a:prstGeom>
          <a:solidFill>
            <a:srgbClr val="BBDEFB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65C0"/>
                </a:solidFill>
              </a:rPr>
              <a:t>Node 0 (id=0)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CACHELINE_STORE(&amp;m-&gt;b[0], 1)
  // I (Node 0) want to 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14400"/>
            <a:ext cx="5486400" cy="411480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CXL: shm_mutex_t (LFM)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120640" cy="50292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813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5E20"/>
                </a:solidFill>
              </a:rPr>
              <a:t>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4813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0 wants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7190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&lt;- just 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5740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75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0756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0756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1 wants 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65176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70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6700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6700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2 wants 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24612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644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264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2644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last to write 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5021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(0 = uninitialized)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84048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858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858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current 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0965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(0 = no owner)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846320" y="1691640"/>
            <a:ext cx="1554480" cy="320040"/>
          </a:xfrm>
          <a:prstGeom prst="line">
            <a:avLst/>
          </a:prstGeom>
          <a:ln w="3175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31520" y="5394960"/>
            <a:ext cx="10972800" cy="11887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486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CACHELINE_STORE = write + clflushopt + sfence (~1 us on CXL).
Setting b[0]=1 announces "Node 0 is competing for this lock". This is visible to other nodes.
Why? In the contention path, others read b[] to know who is currently competing.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65C0"/>
                </a:solidFill>
              </a:rPr>
              <a:t>Step 2.2 — x := 1  (write my id+1)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365760"/>
            <a:ext cx="640080" cy="640080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1280160"/>
          </a:xfrm>
          <a:prstGeom prst="roundRect">
            <a:avLst/>
          </a:prstGeom>
          <a:solidFill>
            <a:srgbClr val="BBDEFB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65C0"/>
                </a:solidFill>
              </a:rPr>
              <a:t>Node 0 (id=0)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CACHELINE_STORE(&amp;m-&gt;x, 0+1)
  // Register myself in x
  // (id+1 because 0 means none)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14400"/>
            <a:ext cx="5486400" cy="411480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CXL: shm_mutex_t (LFM)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813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4813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0 wants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7190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(I am competing)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5740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75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0756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0756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1 wants 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65176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70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6700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6700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2 wants 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246120"/>
            <a:ext cx="5120640" cy="50292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644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264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5E20"/>
                </a:solidFill>
              </a:rPr>
              <a:t>=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2644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last to write 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5021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&lt;- just set to 1 (= my id+1)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84048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858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858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current 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0965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(still no owner)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46320" y="2011680"/>
            <a:ext cx="1554480" cy="1508760"/>
          </a:xfrm>
          <a:prstGeom prst="line">
            <a:avLst/>
          </a:prstGeom>
          <a:ln w="3175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31520" y="5394960"/>
            <a:ext cx="10972800" cy="11887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486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x serves as a "who is the current writer of x" marker. Multiple nodes may write x;
the last writer wins. Used in step 2.4 to detect races.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65C0"/>
                </a:solidFill>
              </a:rPr>
              <a:t>Step 2.3 — load y, check y == 0  (is anyone holding lock?)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365760"/>
            <a:ext cx="640080" cy="640080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1280160"/>
          </a:xfrm>
          <a:prstGeom prst="roundRect">
            <a:avLst/>
          </a:prstGeom>
          <a:solidFill>
            <a:srgbClr val="BBDEFB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65C0"/>
                </a:solidFill>
              </a:rPr>
              <a:t>Node 0 (id=0)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if (CACHELINE_LOAD(&amp;m-&gt;y) != 0)
  // give up + retry
  loaded y -&gt; 0
  -&gt; proceed (no current owner)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14400"/>
            <a:ext cx="5486400" cy="411480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CXL: shm_mutex_t (LFM)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813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4813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0 wants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5740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75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756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0756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1 wants 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65176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670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6700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6700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2 wants 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24612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644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264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2644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last to write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5021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(my id+1)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840480"/>
            <a:ext cx="5120640" cy="50292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58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5E20"/>
                </a:solidFill>
              </a:rPr>
              <a:t>=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858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current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0965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&lt;- read: 0 (FREE!)</a:t>
            </a:r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4846320" y="2194560"/>
            <a:ext cx="1554480" cy="2011680"/>
          </a:xfrm>
          <a:prstGeom prst="line">
            <a:avLst/>
          </a:prstGeom>
          <a:ln w="31750">
            <a:solidFill>
              <a:srgbClr val="1565C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1520" y="5394960"/>
            <a:ext cx="10972800" cy="11887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486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CACHELINE_LOAD = clflushopt + mfence + read (~1 us). Forces re-fetch from CXL.
y is the "current lock owner" field. y==0 means no one currently holds it.
If y were non-zero, we would back off (clear b[0]) and spin-wait for y to become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65C0"/>
                </a:solidFill>
              </a:rPr>
              <a:t>Step 2.4 — y := 1  (claim ownership)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365760"/>
            <a:ext cx="640080" cy="640080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1280160"/>
          </a:xfrm>
          <a:prstGeom prst="roundRect">
            <a:avLst/>
          </a:prstGeom>
          <a:solidFill>
            <a:srgbClr val="BBDEFB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65C0"/>
                </a:solidFill>
              </a:rPr>
              <a:t>Node 0 (id=0)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CACHELINE_STORE(&amp;m-&gt;y, 0+1)
  // Set y to my id+1
  // "I claim ownership"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14400"/>
            <a:ext cx="5486400" cy="411480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CXL: shm_mutex_t (LFM)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813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4813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0 wants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5740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75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756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0756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1 wants 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65176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670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6700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6700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2 wants 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24612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644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264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2644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last to write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5021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(my id+1)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840480"/>
            <a:ext cx="5120640" cy="50292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58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5E20"/>
                </a:solidFill>
              </a:rPr>
              <a:t>=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858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current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0965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&lt;- just set to 1 (= my id+1)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46320" y="2011680"/>
            <a:ext cx="1554480" cy="1828800"/>
          </a:xfrm>
          <a:prstGeom prst="line">
            <a:avLst/>
          </a:prstGeom>
          <a:ln w="3175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1520" y="5394960"/>
            <a:ext cx="10972800" cy="11887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486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Now y = 1 means "Node 0 claims ownership". But this isn't yet final --
another node might have written y simultaneously. We need to verify next.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65C0"/>
                </a:solidFill>
              </a:rPr>
              <a:t>Step 2.5 — load x, check x == 1  (verify nobody raced me)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365760"/>
            <a:ext cx="640080" cy="640080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1280160"/>
          </a:xfrm>
          <a:prstGeom prst="roundRect">
            <a:avLst/>
          </a:prstGeom>
          <a:solidFill>
            <a:srgbClr val="BBDEFB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65C0"/>
                </a:solidFill>
              </a:rPr>
              <a:t>Node 0 (id=0)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if (CACHELINE_LOAD(&amp;m-&gt;x) != 0+1)
  // contention - take slow path
  loaded x -&gt; 1
  -&gt; matches my id+1
  -&gt; FAST PATH SUCCESS!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14400"/>
            <a:ext cx="5486400" cy="411480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CXL: shm_mutex_t (LFM)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813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4813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0 wants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5740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75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756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0756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1 wants 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65176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670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6700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6700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2 wants 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246120"/>
            <a:ext cx="5120640" cy="50292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644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264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5E20"/>
                </a:solidFill>
              </a:rPr>
              <a:t>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2644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last to write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5021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&lt;- read: 1 (still my value!)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84048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58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858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current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0965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(I claimed ownership)</a:t>
            </a:r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4846320" y="2194560"/>
            <a:ext cx="1554480" cy="1325880"/>
          </a:xfrm>
          <a:prstGeom prst="line">
            <a:avLst/>
          </a:prstGeom>
          <a:ln w="31750">
            <a:solidFill>
              <a:srgbClr val="1565C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1520" y="5394960"/>
            <a:ext cx="10972800" cy="11887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486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Critical check: if x == my_id+1, no one else wrote x after me -&gt; nobody raced.
If x != my_id+1, another node wrote x in between (between my step 2.2 and now).
Then we'd take the slow path: clear b[0], wait for all b[]==0, recheck y. Skipped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</a:rPr>
              <a:t>Step 2.6 — LOCK ACQUIRED  (uncontended fast path complete)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365760"/>
            <a:ext cx="640080" cy="640080"/>
          </a:xfrm>
          <a:prstGeom prst="ellipse">
            <a:avLst/>
          </a:prstGeom>
          <a:solidFill>
            <a:srgbClr val="1B5E2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1280160"/>
          </a:xfrm>
          <a:prstGeom prst="roundRect">
            <a:avLst/>
          </a:prstGeom>
          <a:solidFill>
            <a:srgbClr val="BBDEFB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65C0"/>
                </a:solidFill>
              </a:rPr>
              <a:t>Node 0 (id=0)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return  // hold the lock
Total CXL ops:
  3 stores + 2 loads = 5 ops
  ~5 us on real CXL 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14400"/>
            <a:ext cx="5486400" cy="411480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CXL: shm_mutex_t (LFM)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813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4813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0 wants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5740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75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756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0756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1 wants 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65176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670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6700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6700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2 wants 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24612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644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264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2644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last to write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5021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(my id+1)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84048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58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858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current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0965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(I am the owner)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3657600"/>
            <a:ext cx="1280160" cy="73152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5E20"/>
                </a:solidFill>
              </a:rPr>
              <a:t>LOCKED!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94960"/>
            <a:ext cx="10972800" cy="11887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486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Final state: b[0]=1, x=1, y=1. Node 0 now holds the lock for SlotLock[12345].
Total cost: 5 CACHELINE operations (~5 us). No spin-waiting, no retry.
Now Node 0 proceeds to consensus Step 3 (read slot value) ... Step 5 (commit) ... Step 6 (unlock).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71C1C"/>
                </a:solidFill>
              </a:rPr>
              <a:t>Bonus: What if Node 1 raced us at the same time?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365760"/>
            <a:ext cx="640080" cy="640080"/>
          </a:xfrm>
          <a:prstGeom prst="ellipse">
            <a:avLst/>
          </a:prstGeom>
          <a:solidFill>
            <a:srgbClr val="B71C1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1280160"/>
          </a:xfrm>
          <a:prstGeom prst="roundRect">
            <a:avLst/>
          </a:prstGeom>
          <a:solidFill>
            <a:srgbClr val="BBDEFB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65C0"/>
                </a:solidFill>
              </a:rPr>
              <a:t>Node 0 (id=0)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Race scenario:
  Node 0 stores x:=1
  Node 1 stores x:=2  (overwrites!)
  Node 0's check x==1 fails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14400"/>
            <a:ext cx="5486400" cy="411480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CXL: shm_mutex_t (LFM)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813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4813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0 wants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57400"/>
            <a:ext cx="5120640" cy="50292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75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756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5E20"/>
                </a:solidFill>
              </a:rPr>
              <a:t>=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0756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1 wants 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65176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670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b[2]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6700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6700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Node 2 wants 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246120"/>
            <a:ext cx="5120640" cy="50292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644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264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5E20"/>
                </a:solidFill>
              </a:rPr>
              <a:t>=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2644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last to write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5021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&lt;- Node 1 overwrote (now =2)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840480"/>
            <a:ext cx="512064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58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= 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858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</a:rPr>
              <a:t>// current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0965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(undecided)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394960"/>
            <a:ext cx="10972800" cy="11887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486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If x check fails, the contention path runs:
  1. clear b[0]
  2. wait for all b[j]==0 (let other contenders finish)
  3. re-check y: if y == my_id+1, I won; else wait y==0 and retry from start.
Result: only ONE node ever holds the lock. No two nodes can both "think" they got it.
(This is exactly what fixes the race in our old Propose-Vote-Commit Claim phase!)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