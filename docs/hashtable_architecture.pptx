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RACE Hash Table — Architectural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463040"/>
          </a:xfrm>
          <a:prstGeom prst="roundRect">
            <a:avLst/>
          </a:prstGeom>
          <a:solidFill>
            <a:srgbClr val="E1BEE7"/>
          </a:solidFill>
          <a:ln w="317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A1B9A"/>
                </a:solidFill>
              </a:rPr>
              <a:t>RaceHashRoot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global_depth = 5
subtable_entry[32][replicas]
  -&gt; server_id + pointer
(directory of subtables)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657600" cy="146304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65C0"/>
                </a:solidFill>
              </a:rPr>
              <a:t>Subtable[i]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32 subtables total
Each subtable holds
  ~34000 RaceHashBuckets
(array of buckets)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097280"/>
            <a:ext cx="3200400" cy="146304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</a:rPr>
              <a:t>RaceHashBucket (64B)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local_depth(4B)
prefix(4B)
slot[0..6]: 7 x 8B
= 7 slots per bucket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1828800"/>
            <a:ext cx="4572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1828800"/>
            <a:ext cx="4572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108960"/>
            <a:ext cx="5486400" cy="137160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100"/>
                </a:solidFill>
              </a:rPr>
              <a:t>RaceHashSlot (8 bytes)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1B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kv_len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50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1B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server_id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50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1B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ptr[0]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ptr[1]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950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5B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1188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ptr[2]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ptr[3]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3657600"/>
            <a:ext cx="548640" cy="50292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ptr[4]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E9E9E"/>
                </a:solidFill>
              </a:rPr>
              <a:t>fp=0 means EMPTY slot. ptr is encoded address on server_id.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108960"/>
            <a:ext cx="5486400" cy="1371600"/>
          </a:xfrm>
          <a:prstGeom prst="roundRect">
            <a:avLst/>
          </a:prstGeom>
          <a:solidFill>
            <a:srgbClr val="FFCDD2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</a:rPr>
              <a:t>KV Data Block (variable)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657600"/>
            <a:ext cx="91440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Header
(7B)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3657600"/>
            <a:ext cx="137160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Key
("hello")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657600"/>
            <a:ext cx="137160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Value
("world")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78440" y="3657600"/>
            <a:ext cx="1371600" cy="50292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</a:rPr>
              <a:t>Tail
(22B)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0" y="393192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7200" y="5029200"/>
            <a:ext cx="11247120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</a:rPr>
              <a:t>Lookup hierarchy: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key='hello' --hash--&gt; prefix(5 bits) --selects--&gt; Subtable[i]
                hash --bits--&gt; bucket_idx --selects--&gt; Bucket (one of 34000)
                                          fp --matches--&gt; Slot (one of 7)
                                                          ptr --points to--&gt; KV Data on Memory 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Concrete Example: One Bucket Holds 7 Different Keys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32720" cy="411480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</a:rPr>
              <a:t>RaceHashBucket  (one bucket, 64 bytes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137160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local_depth
(4B)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691640"/>
            <a:ext cx="1371600" cy="457200"/>
          </a:xfrm>
          <a:prstGeom prst="roundRect">
            <a:avLst/>
          </a:prstGeom>
          <a:solidFill>
            <a:srgbClr val="FFF9C4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</a:rPr>
              <a:t>prefix
(4B)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1371600" cy="16916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0x3A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ptr=0x1008..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key='hello'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286000"/>
            <a:ext cx="1371600" cy="16916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ptr=0x1009..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key='world'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286000"/>
            <a:ext cx="1371600" cy="16916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0x4F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ptr=0x100A..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key='foo'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2286000"/>
            <a:ext cx="1371600" cy="169164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ptr=0x0000..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E9E9E"/>
                </a:solidFill>
              </a:rPr>
              <a:t>(empty)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2286000"/>
            <a:ext cx="1371600" cy="169164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0x7C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ptr=0x100B..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key='bar'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2286000"/>
            <a:ext cx="1371600" cy="169164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slot[5]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ptr=0x0000..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E9E9E"/>
                </a:solidFill>
              </a:rPr>
              <a:t>(empty)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75520" y="2286000"/>
            <a:ext cx="1371600" cy="169164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slot[6]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fp = 0x00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kv_len =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</a:rPr>
              <a:t>server =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E9E9E"/>
                </a:solidFill>
              </a:rPr>
              <a:t>ptr=0x0000..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E9E9E"/>
                </a:solidFill>
              </a:rPr>
              <a:t>(empty)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" y="5486400"/>
            <a:ext cx="10332720" cy="10972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577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Multiple different keys coexist in the same bucket. They were all hashed to this bucket.
The 'fp' field is a 1-byte fingerprint used for fast match within the bucket (avoids reading every key).
fp == 0 means EMPTY slot. INSERT looks for empty slot. UPDATE/SEARCH/DELETE looks for matching fp + verify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Step 3 (revised): INSERT scans bucket for EMPTY 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Node 0 holds BucketLock, INSERT key='dragon' (hash matches this bucket)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320040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</a:rPr>
              <a:t>RaceHashBucket  (locked by Node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fp=0x3A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key='hello'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occupied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key='world'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occupied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fp=0x4F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key='foo'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occupied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874519"/>
            <a:ext cx="1371600" cy="2057400"/>
          </a:xfrm>
          <a:prstGeom prst="roundRect">
            <a:avLst/>
          </a:prstGeom>
          <a:solidFill>
            <a:srgbClr val="C8E6C9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5E20"/>
                </a:solidFill>
              </a:rPr>
              <a:t>FOUND!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5E20"/>
                </a:solidFill>
              </a:rPr>
              <a:t>&lt;- WRITE
dragon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fp=0x7C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key='bar'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occupied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1874519"/>
            <a:ext cx="1371600" cy="205740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(skipped)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1874519"/>
            <a:ext cx="1371600" cy="205740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slot[6]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(skipped)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5E20"/>
                </a:solidFill>
              </a:rPr>
              <a:t>INSERT logic (under BucketLock):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Scan all 7 slots; if any has the same key as 'dragon' -&gt; KEY_EXISTS, abort
2. Find first slot with fp == 0 (empty)  -- here it's slot[3]
3. Write new slot value: { fp=hash('dragon'), kv_len=4, server_id=0, ptr=&amp;new_kv }
4. If no empty slot in this bucket -&gt; try next candidate bucket; if all 4 buckets full -&gt; return TABLE_FULL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565C0"/>
                </a:solidFill>
              </a:rPr>
              <a:t>Step 3 (revised): UPDATE scans bucket for MATCHING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Node 0 holds BucketLock, UPDATE key='foo' to new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3200400"/>
          </a:xfrm>
          <a:prstGeom prst="roundRect">
            <a:avLst/>
          </a:prstGeom>
          <a:solidFill>
            <a:srgbClr val="C8E6C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</a:rPr>
              <a:t>RaceHashBucket  (locked by Node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fp=0x3A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key='hello'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fp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key='world'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fp mismatch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874519"/>
            <a:ext cx="1371600" cy="2057400"/>
          </a:xfrm>
          <a:prstGeom prst="roundRect">
            <a:avLst/>
          </a:prstGeom>
          <a:solidFill>
            <a:srgbClr val="C8E6C9"/>
          </a:solidFill>
          <a:ln w="381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fp=0x4F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key='foo'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</a:rPr>
              <a:t>MATCH!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565C0"/>
                </a:solidFill>
              </a:rPr>
              <a:t>ptr -&gt; new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874519"/>
            <a:ext cx="1371600" cy="205740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(skipped)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874519"/>
            <a:ext cx="1371600" cy="2057400"/>
          </a:xfrm>
          <a:prstGeom prst="roundRect">
            <a:avLst/>
          </a:prstGeom>
          <a:solidFill>
            <a:srgbClr val="FFE0B2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fp=0x7C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key='bar'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fp mismatch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1874519"/>
            <a:ext cx="1371600" cy="205740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(skipped)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1874519"/>
            <a:ext cx="1371600" cy="205740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33333"/>
                </a:solidFill>
              </a:rPr>
              <a:t>slot[6]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fp=0x00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</a:rPr>
              <a:t>(empty)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E9E9E"/>
                </a:solidFill>
              </a:rPr>
              <a:t>(skipped)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</a:rPr>
              <a:t>UPDATE logic (under BucketLock):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Compute fp = hash_fp('foo') = 0x4F
2. Scan all 7 slots; for each slot with matching fp, verify the actual key (read KV data, compare)
3. Found at slot[2] -&gt; write new ptr: { fp=0x4F, kv_len=new, server_id=0, ptr=&amp;new_kv }
4. Mark old KV block for GC. If no matching key found in any of the 4 buckets -&gt; return KEY_NOT_FOUND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</a:rPr>
              <a:t>FUSEE (RDMA CAS) vs New CXL (Per-Bucket LFM)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45720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</a:rPr>
              <a:t>FUSEE (RDMA CAS, optimistic)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4572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</a:rPr>
              <a:t>New CXL (Per-Bucket LFM, pessimistic)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486400" cy="155448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</a:rPr>
              <a:t>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RDMA READ 4 buckets
2. Find empty slot (fp=0)
3. RDMA CAS slot: 0x0 -&gt; new
4. If CAS fails -&gt; retry with another empty slot
5. If all slots full -&gt; TABLE_FULL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486400" cy="155448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shm_mutex_lock(BucketLock[idx])
2. Scan bucket for empty slot (fp=0)
3. Write new slot value directly
4. shm_mutex_unlock
5. If no empty slot -&gt; try next candidate bucket; if all full -&gt; TABLE_FULL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486400" cy="155448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</a:rP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RDMA READ 4 buckets
2. Find slot with matching fp + key
3. RDMA CAS slot: old_ptr -&gt; new_ptr
4. If CAS fails (concurrent update) -&gt; retry
5. If key not found -&gt; KEY_NOT_FOUND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486400" cy="1554480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429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7033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1. shm_mutex_lock(BucketLock[idx])
2. Scan bucket for matching fp + key
3. Write new slot value directly
4. shm_mutex_unlock
5. If key not found -&gt; KEY_NOT_FOUND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5486400" cy="146304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</a:rPr>
              <a:t>Tradeoffs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+ No locks, no waiting
- Multiple retries under contention
- Hardware CAS atomicity required
- Each operation may need 2-3 RDMA 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74920"/>
            <a:ext cx="5486400" cy="14630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Tradeoffs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53949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+ No retries (lock holder makes progress)
+ Works without hardware atomics
+ Simpler reasoning (mutual exclusion)
- Spin-waiting under contention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